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EE3C-E7A3-A124-E6B6-EE63AE2B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0CA4E-677A-DE3A-F363-606C0F120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8B1C-3AA8-11E4-942E-497F3641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95A8-FC71-5F3F-5EC9-06B5B745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9412A-E3EE-3C2B-F585-9FB4B2D8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17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B69C-53FF-D286-27D0-088A6D23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A99F-9590-DEBE-F794-0DCBC954A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9FA1B-6D6E-C78F-F16D-C1A48042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8ACDF-8967-C647-C8DE-76799878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CDF74-3D6C-AAAF-3E8C-254497C8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3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B33D-C6F0-F567-7961-D36351DF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FF6D-A6E8-9E28-74D2-AE4837ED2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0F0F7-3D59-5DC1-2086-7B09AE09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A0DE9-2BF8-3EEE-ED05-75A5D23EC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3A34F-FCA1-F63D-98E7-A85FCAD5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70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F0E6-B8B2-53C3-D3F5-7CEE84C0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27A3-3904-C229-D170-8F1893A51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F636E-AD04-52CF-73D8-34D5BDDDB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A07CB-1AEB-5668-3567-4013054F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33414-3D5D-DF09-6872-CF568321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F8D50-544D-D683-E92A-ADA498A7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78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B730-1F39-7A3D-1823-6EF3D1A8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64E0B-2520-53C7-AD08-F327C361A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EA510-5B05-A98A-5C61-45C7B0794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8C9F9-71D1-5726-83BB-F1893E1EB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60965-D1AA-5D4A-D198-832602901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CCADC-A5FF-E602-49D1-70C6F1AC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1103B-D060-6376-CE15-91979481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9360F-37AA-7D2F-7C22-5595051D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15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79D9-F177-1388-9C0F-A2CF17C0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885C7-22D5-569D-32F7-EB97EA30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6DB54-1471-8D1B-FF28-BF830A96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589B1-A707-DFEF-C6C2-297A2497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79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C4054F-5720-9B6C-9BB3-F2701600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66F12-13FE-7D30-7433-2D504ED13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FF4D9-608E-CE49-C1D3-B19DD81C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652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56F6-5C04-AFC9-91F5-B4A0F983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CA76E-6876-25E4-481F-E708BDED8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2DA7D-C8B2-7B48-5C86-EBC1EDC4F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69776-FFBD-182E-0E61-CAB96E50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786C0-5146-51B7-4727-2F0A6CB2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0735A-1A11-994E-16C4-5536007A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97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77A2-2B76-1962-9EA6-7BCA6DB2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78893E-30A0-DE48-2D78-8D292AA33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C14B9-56E8-4855-A6F0-3468F1D7B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0B623-9CB4-A342-B281-58A8C559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C4B4D-4A86-0E44-374B-773B050B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F5624-0B00-8233-684A-7A97D258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03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FDFA-E21B-46B0-D45B-2B0A4137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5050F-B261-002C-BC38-7C3813147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1588E-2FFE-C3A1-2D02-4F0AB93B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646C-9FCB-EF6E-5830-799920F2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7AD7A-89DB-5AC3-37E4-D3CB92A6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910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096DB-6A85-C888-88F2-E345B6CFE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1B98C-B4C3-E274-3943-FB48B8959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65A1E-CCAF-4AF8-5D06-C7C58341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5D692-4500-C67E-5D5A-20C06B2C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2D128-4635-17B8-2697-D767D14A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63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72EF8-B336-8ACC-2F6D-C14F279D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DBC70-D456-B026-F559-D76458D7A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D940-4611-46B5-F5D3-0C0607CAE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30C91-3C8B-4B8D-A390-6795B45F8CD7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88C69-E66B-E209-C4D8-3B491DA35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A660C-81EE-B161-0798-BAE7813E7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31523-BAFD-4B86-AB42-09517FD2180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02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CFE5-AA45-9B72-4BDA-33E5C6F60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601172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 - Election Data Visualization for Media 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09D2F-AA9C-449E-CA22-C813340B0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9974" y="4227870"/>
            <a:ext cx="9144000" cy="1601172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:-</a:t>
            </a:r>
          </a:p>
          <a:p>
            <a:pPr algn="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Radha sri</a:t>
            </a:r>
          </a:p>
          <a:p>
            <a:pPr algn="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:- </a:t>
            </a:r>
          </a:p>
          <a:p>
            <a:pPr algn="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Nithyasri S J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74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DED3-C7D1-7A3A-3DF8-8F029CA8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05981" cy="7655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276CC-4C07-7CB6-600D-C73878D5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609" y="1089767"/>
            <a:ext cx="10515600" cy="529136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ElectViz is an interactive data visualization project designed to analyze, interpret, and present election data in a clear and engaging way. Developed using Power BI, this project transforms large-scale election datasets into intuitive dashboards that help media organizations, analysts, and the public gain meaningful insights into voting patterns, party performance, and regional election dynamics.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project demonstrates how data analytics and visualization can enhance political reporting by offering fact-based, data-driven stories. By simplifying complex datasets into visual narratives, ElectViz empowers users to make informed interpretations of election outcomes.</a:t>
            </a:r>
          </a:p>
        </p:txBody>
      </p:sp>
    </p:spTree>
    <p:extLst>
      <p:ext uri="{BB962C8B-B14F-4D97-AF65-F5344CB8AC3E}">
        <p14:creationId xmlns:p14="http://schemas.microsoft.com/office/powerpoint/2010/main" val="85998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2581-2612-447E-EA67-D968630F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401232" cy="109119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Workflow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C9EBB9-01D2-D6E6-2C0A-06D57232CC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4342" y="1456322"/>
            <a:ext cx="1065571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Extracted raw election data from CSV/Excel feeds and historical JSON repositories.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(ETL):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in Power Query to remove nulls, standardize constituency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names, and merge datasets.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eveloped DAX measures for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"Vote Share" and "Party Swings".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Choropleth Maps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reporting.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Output: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scalable, high-readability dashboard that transforms raw electoral numbers  into actionable public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9191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79BB9-5949-704B-2C03-554EA865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" y="467839"/>
            <a:ext cx="5769077" cy="93273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D46D70-CCDC-62BA-CB8E-C7B881E163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7474" y="1400572"/>
            <a:ext cx="10155494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Machine Learning (ML) models to forecast "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Probable Winners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and seat tallies based on early trends and historical voter-shift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a social media feed component that uses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to visualize public sentiment and bias in real-time alongside official results.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Mobile-Optimized Layouts: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native mobile view with push notification alerts for "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VIP Seat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changes, ensuring accessibility for journalists on the field.</a:t>
            </a:r>
          </a:p>
        </p:txBody>
      </p:sp>
    </p:spTree>
    <p:extLst>
      <p:ext uri="{BB962C8B-B14F-4D97-AF65-F5344CB8AC3E}">
        <p14:creationId xmlns:p14="http://schemas.microsoft.com/office/powerpoint/2010/main" val="189081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281-748F-3AC5-3F8A-F523A5AA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8"/>
            <a:ext cx="6634316" cy="9720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F340A5-BC84-BD6F-420E-C0FC36EF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1209368"/>
            <a:ext cx="10019070" cy="53487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16210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398A34-E524-E03E-AC08-F9B2DFFF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404567"/>
            <a:ext cx="10687664" cy="59557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6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388A-7685-FA7B-E74E-B7B31056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22058" cy="10812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B535B6-140F-75C0-BEB4-5ECF0DBFF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32763"/>
            <a:ext cx="10223090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bridges the gap between raw electoral data and actionable public information by providing a centralized, automated visualization framework. By transforming complex datasets into intuitive, interactive dashboards featuring choropleth maps and swing-analysis charts, the platform overcomes the high latency and manual errors inherent in traditional reporting. The implementation of a robust data pipeline ensures that real-time insights enables newsrooms to identify critical "voter-shift" and "anti-incumbency" patterns instantly. Ultimately, this project offers a scalable, low-latency solution that enhances democratic transparency and provides broadcast-ready graphical insights for the digital age.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70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A3AA-BAC6-47C6-7AF1-5EC1C7D7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25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98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405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ElectViz - Election Data Visualization for Media </vt:lpstr>
      <vt:lpstr>Introduction</vt:lpstr>
      <vt:lpstr>System design and Workflow</vt:lpstr>
      <vt:lpstr>Future enhancements</vt:lpstr>
      <vt:lpstr>Proof of work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Radha sri yakkala</dc:creator>
  <cp:lastModifiedBy>Radha sri yakkala</cp:lastModifiedBy>
  <cp:revision>11</cp:revision>
  <dcterms:created xsi:type="dcterms:W3CDTF">2026-02-05T09:39:32Z</dcterms:created>
  <dcterms:modified xsi:type="dcterms:W3CDTF">2026-02-06T13:57:53Z</dcterms:modified>
</cp:coreProperties>
</file>