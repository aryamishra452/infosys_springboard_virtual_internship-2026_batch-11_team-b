
<file path=[Content_Types].xml><?xml version="1.0" encoding="utf-8"?>
<Types xmlns="http://schemas.openxmlformats.org/package/2006/content-types">
  <Default Extension="avif" ContentType="image/av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19"/>
  </p:notesMasterIdLst>
  <p:sldIdLst>
    <p:sldId id="268" r:id="rId5"/>
    <p:sldId id="311" r:id="rId6"/>
    <p:sldId id="312" r:id="rId7"/>
    <p:sldId id="313" r:id="rId8"/>
    <p:sldId id="338" r:id="rId9"/>
    <p:sldId id="339" r:id="rId10"/>
    <p:sldId id="340" r:id="rId11"/>
    <p:sldId id="326" r:id="rId12"/>
    <p:sldId id="327" r:id="rId13"/>
    <p:sldId id="330" r:id="rId14"/>
    <p:sldId id="328" r:id="rId15"/>
    <p:sldId id="329" r:id="rId16"/>
    <p:sldId id="341" r:id="rId17"/>
    <p:sldId id="33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19" autoAdjust="0"/>
  </p:normalViewPr>
  <p:slideViewPr>
    <p:cSldViewPr snapToGrid="0">
      <p:cViewPr>
        <p:scale>
          <a:sx n="100" d="100"/>
          <a:sy n="100" d="100"/>
        </p:scale>
        <p:origin x="936" y="1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FD76988-0886-4A14-80C0-02DA679BABF7}" type="doc">
      <dgm:prSet loTypeId="urn:microsoft.com/office/officeart/2008/layout/VerticalCurvedList" loCatId="list" qsTypeId="urn:microsoft.com/office/officeart/2005/8/quickstyle/3d3" qsCatId="3D" csTypeId="urn:microsoft.com/office/officeart/2005/8/colors/accent1_2" csCatId="accent1" phldr="1"/>
      <dgm:spPr/>
      <dgm:t>
        <a:bodyPr/>
        <a:lstStyle/>
        <a:p>
          <a:endParaRPr lang="en-US"/>
        </a:p>
      </dgm:t>
    </dgm:pt>
    <dgm:pt modelId="{95E791C8-9AFF-4F99-B820-933611A4168D}">
      <dgm:prSet phldrT="[Text]"/>
      <dgm:spPr/>
      <dgm:t>
        <a:bodyPr/>
        <a:lstStyle/>
        <a:p>
          <a:pPr>
            <a:buSzTx/>
            <a:buFont typeface="Wingdings" panose="05000000000000000000" pitchFamily="2" charset="2"/>
            <a:buChar char="§"/>
          </a:pPr>
          <a:r>
            <a:rPr lang="en-US" altLang="en-US" dirty="0">
              <a:latin typeface="Times New Roman" panose="02020603050405020304" pitchFamily="18" charset="0"/>
              <a:cs typeface="Times New Roman" panose="02020603050405020304" pitchFamily="18" charset="0"/>
            </a:rPr>
            <a:t>To analyze election data across years, states, and constituencies.</a:t>
          </a:r>
          <a:endParaRPr lang="en-US" dirty="0"/>
        </a:p>
      </dgm:t>
    </dgm:pt>
    <dgm:pt modelId="{6D2BAD37-66A2-439B-BF25-DB7825C8FCF9}" type="parTrans" cxnId="{918FDCDA-7CB6-4458-97BB-21D6394B2DE9}">
      <dgm:prSet/>
      <dgm:spPr/>
      <dgm:t>
        <a:bodyPr/>
        <a:lstStyle/>
        <a:p>
          <a:endParaRPr lang="en-US"/>
        </a:p>
      </dgm:t>
    </dgm:pt>
    <dgm:pt modelId="{D2CE5F07-CAF8-4036-AA04-6D2C6516F1CE}" type="sibTrans" cxnId="{918FDCDA-7CB6-4458-97BB-21D6394B2DE9}">
      <dgm:prSet/>
      <dgm:spPr/>
      <dgm:t>
        <a:bodyPr/>
        <a:lstStyle/>
        <a:p>
          <a:endParaRPr lang="en-US"/>
        </a:p>
      </dgm:t>
    </dgm:pt>
    <dgm:pt modelId="{E6E68ADF-DD1D-4C28-A74B-8EE30439F529}">
      <dgm:prSet phldrT="[Text]"/>
      <dgm:spPr/>
      <dgm:t>
        <a:bodyPr/>
        <a:lstStyle/>
        <a:p>
          <a:pPr>
            <a:buSzTx/>
            <a:buFont typeface="Wingdings" panose="05000000000000000000" pitchFamily="2" charset="2"/>
            <a:buChar char="§"/>
          </a:pPr>
          <a:r>
            <a:rPr lang="en-US" altLang="en-US" dirty="0">
              <a:latin typeface="Times New Roman" panose="02020603050405020304" pitchFamily="18" charset="0"/>
              <a:cs typeface="Times New Roman" panose="02020603050405020304" pitchFamily="18" charset="0"/>
            </a:rPr>
            <a:t>To study party performance, vote share, and seat dominance.</a:t>
          </a:r>
          <a:endParaRPr lang="en-US" dirty="0"/>
        </a:p>
      </dgm:t>
    </dgm:pt>
    <dgm:pt modelId="{05DD09D7-C325-4FAB-96CB-7C6B7BE9C174}" type="parTrans" cxnId="{D79F35ED-D330-49C5-A71E-747832D6CCF2}">
      <dgm:prSet/>
      <dgm:spPr/>
      <dgm:t>
        <a:bodyPr/>
        <a:lstStyle/>
        <a:p>
          <a:endParaRPr lang="en-US"/>
        </a:p>
      </dgm:t>
    </dgm:pt>
    <dgm:pt modelId="{0D2684D1-3640-4919-90BD-E3A7F3E116D9}" type="sibTrans" cxnId="{D79F35ED-D330-49C5-A71E-747832D6CCF2}">
      <dgm:prSet/>
      <dgm:spPr/>
      <dgm:t>
        <a:bodyPr/>
        <a:lstStyle/>
        <a:p>
          <a:endParaRPr lang="en-US"/>
        </a:p>
      </dgm:t>
    </dgm:pt>
    <dgm:pt modelId="{44CEA2BF-6AFF-4C75-929D-B06FD8BF4F5E}">
      <dgm:prSet phldrT="[Text]" phldr="0"/>
      <dgm:spPr/>
      <dgm:t>
        <a:bodyPr/>
        <a:lstStyle/>
        <a:p>
          <a:pPr>
            <a:buSzTx/>
            <a:buFont typeface="Wingdings" panose="05000000000000000000" pitchFamily="2" charset="2"/>
            <a:buChar char="§"/>
          </a:pPr>
          <a:r>
            <a:rPr lang="en-US" altLang="en-US" dirty="0">
              <a:latin typeface="Times New Roman" panose="02020603050405020304" pitchFamily="18" charset="0"/>
              <a:cs typeface="Times New Roman" panose="02020603050405020304" pitchFamily="18" charset="0"/>
            </a:rPr>
            <a:t>To understand voter turnout and gender representation.</a:t>
          </a:r>
          <a:endParaRPr lang="en-US" dirty="0"/>
        </a:p>
      </dgm:t>
    </dgm:pt>
    <dgm:pt modelId="{E24F02C6-23F8-4463-917A-5B6BB9D574B9}" type="parTrans" cxnId="{2168155A-B162-4492-BCAB-527DB45CCCC9}">
      <dgm:prSet/>
      <dgm:spPr/>
      <dgm:t>
        <a:bodyPr/>
        <a:lstStyle/>
        <a:p>
          <a:endParaRPr lang="en-US"/>
        </a:p>
      </dgm:t>
    </dgm:pt>
    <dgm:pt modelId="{36A9776F-578C-4C0C-8077-5E1DB2B77276}" type="sibTrans" cxnId="{2168155A-B162-4492-BCAB-527DB45CCCC9}">
      <dgm:prSet/>
      <dgm:spPr/>
      <dgm:t>
        <a:bodyPr/>
        <a:lstStyle/>
        <a:p>
          <a:endParaRPr lang="en-US"/>
        </a:p>
      </dgm:t>
    </dgm:pt>
    <dgm:pt modelId="{7A571E13-2B18-4EAA-8889-22A78E967B5B}">
      <dgm:prSet phldrT="[Text]" phldr="0"/>
      <dgm:spPr/>
      <dgm:t>
        <a:bodyPr/>
        <a:lstStyle/>
        <a:p>
          <a:pPr>
            <a:buSzTx/>
            <a:buFont typeface="Wingdings" panose="05000000000000000000" pitchFamily="2" charset="2"/>
            <a:buChar char="§"/>
          </a:pPr>
          <a:r>
            <a:rPr lang="en-US" altLang="en-US" dirty="0">
              <a:latin typeface="Times New Roman" panose="02020603050405020304" pitchFamily="18" charset="0"/>
              <a:cs typeface="Times New Roman" panose="02020603050405020304" pitchFamily="18" charset="0"/>
            </a:rPr>
            <a:t>To analyze electoral competitiveness using victory margin and winner strength.</a:t>
          </a:r>
          <a:endParaRPr lang="en-US" dirty="0"/>
        </a:p>
      </dgm:t>
    </dgm:pt>
    <dgm:pt modelId="{DAD9BAE2-D7CA-4B90-97AA-7F66D17F2CEC}" type="parTrans" cxnId="{06388186-3FA8-45C9-B1B9-29294FB65A70}">
      <dgm:prSet/>
      <dgm:spPr/>
      <dgm:t>
        <a:bodyPr/>
        <a:lstStyle/>
        <a:p>
          <a:endParaRPr lang="en-US"/>
        </a:p>
      </dgm:t>
    </dgm:pt>
    <dgm:pt modelId="{3B04A7E9-8EB6-4F44-AA88-E4B256C7AC8C}" type="sibTrans" cxnId="{06388186-3FA8-45C9-B1B9-29294FB65A70}">
      <dgm:prSet/>
      <dgm:spPr/>
      <dgm:t>
        <a:bodyPr/>
        <a:lstStyle/>
        <a:p>
          <a:endParaRPr lang="en-US"/>
        </a:p>
      </dgm:t>
    </dgm:pt>
    <dgm:pt modelId="{7EA175BB-6C86-44B2-AFAF-504C627630EC}">
      <dgm:prSet phldrT="[Text]" phldr="0"/>
      <dgm:spPr/>
      <dgm:t>
        <a:bodyPr/>
        <a:lstStyle/>
        <a:p>
          <a:r>
            <a:rPr lang="en-US" altLang="en-US" dirty="0">
              <a:latin typeface="Times New Roman" panose="02020603050405020304" pitchFamily="18" charset="0"/>
              <a:cs typeface="Times New Roman" panose="02020603050405020304" pitchFamily="18" charset="0"/>
            </a:rPr>
            <a:t>To present insights through interactive and user-friendly dashboards.</a:t>
          </a:r>
          <a:endParaRPr lang="en-US" dirty="0"/>
        </a:p>
      </dgm:t>
    </dgm:pt>
    <dgm:pt modelId="{892685C1-A0E9-4F92-85B2-70CAE5A99C0F}" type="parTrans" cxnId="{7D96B147-F5F9-43A3-8FB6-9F52E59FF1CC}">
      <dgm:prSet/>
      <dgm:spPr/>
      <dgm:t>
        <a:bodyPr/>
        <a:lstStyle/>
        <a:p>
          <a:endParaRPr lang="en-US"/>
        </a:p>
      </dgm:t>
    </dgm:pt>
    <dgm:pt modelId="{3ADB8AFD-1D29-44DD-88FE-C64FC7AECEF2}" type="sibTrans" cxnId="{7D96B147-F5F9-43A3-8FB6-9F52E59FF1CC}">
      <dgm:prSet/>
      <dgm:spPr/>
      <dgm:t>
        <a:bodyPr/>
        <a:lstStyle/>
        <a:p>
          <a:endParaRPr lang="en-US"/>
        </a:p>
      </dgm:t>
    </dgm:pt>
    <dgm:pt modelId="{4C30C09E-19F6-4B7D-BB1B-D1CE4018CED9}" type="pres">
      <dgm:prSet presAssocID="{FFD76988-0886-4A14-80C0-02DA679BABF7}" presName="Name0" presStyleCnt="0">
        <dgm:presLayoutVars>
          <dgm:chMax val="7"/>
          <dgm:chPref val="7"/>
          <dgm:dir/>
        </dgm:presLayoutVars>
      </dgm:prSet>
      <dgm:spPr/>
    </dgm:pt>
    <dgm:pt modelId="{AB8AB5D7-7F05-4F80-8EDC-010E64DCA1B0}" type="pres">
      <dgm:prSet presAssocID="{FFD76988-0886-4A14-80C0-02DA679BABF7}" presName="Name1" presStyleCnt="0"/>
      <dgm:spPr/>
    </dgm:pt>
    <dgm:pt modelId="{17D38A4F-46FC-49D1-A48D-05A5CDC5FE16}" type="pres">
      <dgm:prSet presAssocID="{FFD76988-0886-4A14-80C0-02DA679BABF7}" presName="cycle" presStyleCnt="0"/>
      <dgm:spPr/>
    </dgm:pt>
    <dgm:pt modelId="{9D0A6BE7-B39E-48AB-8C95-4E58AFC634FA}" type="pres">
      <dgm:prSet presAssocID="{FFD76988-0886-4A14-80C0-02DA679BABF7}" presName="srcNode" presStyleLbl="node1" presStyleIdx="0" presStyleCnt="5"/>
      <dgm:spPr/>
    </dgm:pt>
    <dgm:pt modelId="{886D8A51-FC19-4516-9924-9295C4FE4C64}" type="pres">
      <dgm:prSet presAssocID="{FFD76988-0886-4A14-80C0-02DA679BABF7}" presName="conn" presStyleLbl="parChTrans1D2" presStyleIdx="0" presStyleCnt="1"/>
      <dgm:spPr/>
    </dgm:pt>
    <dgm:pt modelId="{16E69F09-AD23-42EC-A25A-CB86FE85D5E5}" type="pres">
      <dgm:prSet presAssocID="{FFD76988-0886-4A14-80C0-02DA679BABF7}" presName="extraNode" presStyleLbl="node1" presStyleIdx="0" presStyleCnt="5"/>
      <dgm:spPr/>
    </dgm:pt>
    <dgm:pt modelId="{84F3D301-B61B-461F-9A4D-611BEFC24A22}" type="pres">
      <dgm:prSet presAssocID="{FFD76988-0886-4A14-80C0-02DA679BABF7}" presName="dstNode" presStyleLbl="node1" presStyleIdx="0" presStyleCnt="5"/>
      <dgm:spPr/>
    </dgm:pt>
    <dgm:pt modelId="{128AEA13-1B5B-484E-9CBF-FF646E8EE1B8}" type="pres">
      <dgm:prSet presAssocID="{95E791C8-9AFF-4F99-B820-933611A4168D}" presName="text_1" presStyleLbl="node1" presStyleIdx="0" presStyleCnt="5">
        <dgm:presLayoutVars>
          <dgm:bulletEnabled val="1"/>
        </dgm:presLayoutVars>
      </dgm:prSet>
      <dgm:spPr/>
    </dgm:pt>
    <dgm:pt modelId="{7F4A63A0-C114-4EE3-AB72-FE884D2898B2}" type="pres">
      <dgm:prSet presAssocID="{95E791C8-9AFF-4F99-B820-933611A4168D}" presName="accent_1" presStyleCnt="0"/>
      <dgm:spPr/>
    </dgm:pt>
    <dgm:pt modelId="{F3FF85F1-C355-42A6-8C7F-8E9D0A29E0D2}" type="pres">
      <dgm:prSet presAssocID="{95E791C8-9AFF-4F99-B820-933611A4168D}" presName="accentRepeatNode" presStyleLbl="solidFgAcc1" presStyleIdx="0" presStyleCnt="5"/>
      <dgm:spPr/>
    </dgm:pt>
    <dgm:pt modelId="{7B09A940-6AF4-4D59-821A-2940E0334510}" type="pres">
      <dgm:prSet presAssocID="{E6E68ADF-DD1D-4C28-A74B-8EE30439F529}" presName="text_2" presStyleLbl="node1" presStyleIdx="1" presStyleCnt="5">
        <dgm:presLayoutVars>
          <dgm:bulletEnabled val="1"/>
        </dgm:presLayoutVars>
      </dgm:prSet>
      <dgm:spPr/>
    </dgm:pt>
    <dgm:pt modelId="{31BC482F-C2AD-44C8-9D09-84CB4F2E320B}" type="pres">
      <dgm:prSet presAssocID="{E6E68ADF-DD1D-4C28-A74B-8EE30439F529}" presName="accent_2" presStyleCnt="0"/>
      <dgm:spPr/>
    </dgm:pt>
    <dgm:pt modelId="{35AD9237-9DF6-4B53-A8A8-0C110FF9736A}" type="pres">
      <dgm:prSet presAssocID="{E6E68ADF-DD1D-4C28-A74B-8EE30439F529}" presName="accentRepeatNode" presStyleLbl="solidFgAcc1" presStyleIdx="1" presStyleCnt="5"/>
      <dgm:spPr/>
    </dgm:pt>
    <dgm:pt modelId="{888176E3-39A2-4255-B9ED-4EFA8A5BA244}" type="pres">
      <dgm:prSet presAssocID="{44CEA2BF-6AFF-4C75-929D-B06FD8BF4F5E}" presName="text_3" presStyleLbl="node1" presStyleIdx="2" presStyleCnt="5">
        <dgm:presLayoutVars>
          <dgm:bulletEnabled val="1"/>
        </dgm:presLayoutVars>
      </dgm:prSet>
      <dgm:spPr/>
    </dgm:pt>
    <dgm:pt modelId="{1BF69D08-917C-437F-86A9-2735971F3E19}" type="pres">
      <dgm:prSet presAssocID="{44CEA2BF-6AFF-4C75-929D-B06FD8BF4F5E}" presName="accent_3" presStyleCnt="0"/>
      <dgm:spPr/>
    </dgm:pt>
    <dgm:pt modelId="{39B2BD37-2401-4B13-95C4-9B8034E45501}" type="pres">
      <dgm:prSet presAssocID="{44CEA2BF-6AFF-4C75-929D-B06FD8BF4F5E}" presName="accentRepeatNode" presStyleLbl="solidFgAcc1" presStyleIdx="2" presStyleCnt="5"/>
      <dgm:spPr/>
    </dgm:pt>
    <dgm:pt modelId="{DE692340-F96D-4D48-AF8F-FD22CEF142F8}" type="pres">
      <dgm:prSet presAssocID="{7A571E13-2B18-4EAA-8889-22A78E967B5B}" presName="text_4" presStyleLbl="node1" presStyleIdx="3" presStyleCnt="5">
        <dgm:presLayoutVars>
          <dgm:bulletEnabled val="1"/>
        </dgm:presLayoutVars>
      </dgm:prSet>
      <dgm:spPr/>
    </dgm:pt>
    <dgm:pt modelId="{A29794AD-E61F-4D07-87C1-21CBADC1B4EE}" type="pres">
      <dgm:prSet presAssocID="{7A571E13-2B18-4EAA-8889-22A78E967B5B}" presName="accent_4" presStyleCnt="0"/>
      <dgm:spPr/>
    </dgm:pt>
    <dgm:pt modelId="{90191CF9-457D-4D46-83E5-B854A515BBD0}" type="pres">
      <dgm:prSet presAssocID="{7A571E13-2B18-4EAA-8889-22A78E967B5B}" presName="accentRepeatNode" presStyleLbl="solidFgAcc1" presStyleIdx="3" presStyleCnt="5"/>
      <dgm:spPr/>
    </dgm:pt>
    <dgm:pt modelId="{0CF915A4-EDF1-452B-BF5F-C3BD602A78EC}" type="pres">
      <dgm:prSet presAssocID="{7EA175BB-6C86-44B2-AFAF-504C627630EC}" presName="text_5" presStyleLbl="node1" presStyleIdx="4" presStyleCnt="5">
        <dgm:presLayoutVars>
          <dgm:bulletEnabled val="1"/>
        </dgm:presLayoutVars>
      </dgm:prSet>
      <dgm:spPr/>
    </dgm:pt>
    <dgm:pt modelId="{0535BA9E-4AD2-44CC-8669-03231BEEB2F3}" type="pres">
      <dgm:prSet presAssocID="{7EA175BB-6C86-44B2-AFAF-504C627630EC}" presName="accent_5" presStyleCnt="0"/>
      <dgm:spPr/>
    </dgm:pt>
    <dgm:pt modelId="{34B541B1-201E-4E6B-9CA4-63FB4AE60289}" type="pres">
      <dgm:prSet presAssocID="{7EA175BB-6C86-44B2-AFAF-504C627630EC}" presName="accentRepeatNode" presStyleLbl="solidFgAcc1" presStyleIdx="4" presStyleCnt="5"/>
      <dgm:spPr/>
    </dgm:pt>
  </dgm:ptLst>
  <dgm:cxnLst>
    <dgm:cxn modelId="{CECED138-EB10-4310-A3A8-1A23101E0160}" type="presOf" srcId="{7EA175BB-6C86-44B2-AFAF-504C627630EC}" destId="{0CF915A4-EDF1-452B-BF5F-C3BD602A78EC}" srcOrd="0" destOrd="0" presId="urn:microsoft.com/office/officeart/2008/layout/VerticalCurvedList"/>
    <dgm:cxn modelId="{C412573D-8DE1-4DA5-BF4E-463499758B25}" type="presOf" srcId="{E6E68ADF-DD1D-4C28-A74B-8EE30439F529}" destId="{7B09A940-6AF4-4D59-821A-2940E0334510}" srcOrd="0" destOrd="0" presId="urn:microsoft.com/office/officeart/2008/layout/VerticalCurvedList"/>
    <dgm:cxn modelId="{7D96B147-F5F9-43A3-8FB6-9F52E59FF1CC}" srcId="{FFD76988-0886-4A14-80C0-02DA679BABF7}" destId="{7EA175BB-6C86-44B2-AFAF-504C627630EC}" srcOrd="4" destOrd="0" parTransId="{892685C1-A0E9-4F92-85B2-70CAE5A99C0F}" sibTransId="{3ADB8AFD-1D29-44DD-88FE-C64FC7AECEF2}"/>
    <dgm:cxn modelId="{48DBD24F-015A-4C64-99F7-6CBAADE5E02E}" type="presOf" srcId="{D2CE5F07-CAF8-4036-AA04-6D2C6516F1CE}" destId="{886D8A51-FC19-4516-9924-9295C4FE4C64}" srcOrd="0" destOrd="0" presId="urn:microsoft.com/office/officeart/2008/layout/VerticalCurvedList"/>
    <dgm:cxn modelId="{2168155A-B162-4492-BCAB-527DB45CCCC9}" srcId="{FFD76988-0886-4A14-80C0-02DA679BABF7}" destId="{44CEA2BF-6AFF-4C75-929D-B06FD8BF4F5E}" srcOrd="2" destOrd="0" parTransId="{E24F02C6-23F8-4463-917A-5B6BB9D574B9}" sibTransId="{36A9776F-578C-4C0C-8077-5E1DB2B77276}"/>
    <dgm:cxn modelId="{06388186-3FA8-45C9-B1B9-29294FB65A70}" srcId="{FFD76988-0886-4A14-80C0-02DA679BABF7}" destId="{7A571E13-2B18-4EAA-8889-22A78E967B5B}" srcOrd="3" destOrd="0" parTransId="{DAD9BAE2-D7CA-4B90-97AA-7F66D17F2CEC}" sibTransId="{3B04A7E9-8EB6-4F44-AA88-E4B256C7AC8C}"/>
    <dgm:cxn modelId="{BE71168C-2D51-48F5-BC61-E7FFBE3F769E}" type="presOf" srcId="{44CEA2BF-6AFF-4C75-929D-B06FD8BF4F5E}" destId="{888176E3-39A2-4255-B9ED-4EFA8A5BA244}" srcOrd="0" destOrd="0" presId="urn:microsoft.com/office/officeart/2008/layout/VerticalCurvedList"/>
    <dgm:cxn modelId="{4181899E-31E4-4985-BEF4-E1BB92AF344D}" type="presOf" srcId="{FFD76988-0886-4A14-80C0-02DA679BABF7}" destId="{4C30C09E-19F6-4B7D-BB1B-D1CE4018CED9}" srcOrd="0" destOrd="0" presId="urn:microsoft.com/office/officeart/2008/layout/VerticalCurvedList"/>
    <dgm:cxn modelId="{202FA2AF-00DF-4FF4-B5D4-6D09DA0C6FCF}" type="presOf" srcId="{7A571E13-2B18-4EAA-8889-22A78E967B5B}" destId="{DE692340-F96D-4D48-AF8F-FD22CEF142F8}" srcOrd="0" destOrd="0" presId="urn:microsoft.com/office/officeart/2008/layout/VerticalCurvedList"/>
    <dgm:cxn modelId="{72E46CC0-1EE4-46AB-AA93-9D57678257A3}" type="presOf" srcId="{95E791C8-9AFF-4F99-B820-933611A4168D}" destId="{128AEA13-1B5B-484E-9CBF-FF646E8EE1B8}" srcOrd="0" destOrd="0" presId="urn:microsoft.com/office/officeart/2008/layout/VerticalCurvedList"/>
    <dgm:cxn modelId="{918FDCDA-7CB6-4458-97BB-21D6394B2DE9}" srcId="{FFD76988-0886-4A14-80C0-02DA679BABF7}" destId="{95E791C8-9AFF-4F99-B820-933611A4168D}" srcOrd="0" destOrd="0" parTransId="{6D2BAD37-66A2-439B-BF25-DB7825C8FCF9}" sibTransId="{D2CE5F07-CAF8-4036-AA04-6D2C6516F1CE}"/>
    <dgm:cxn modelId="{D79F35ED-D330-49C5-A71E-747832D6CCF2}" srcId="{FFD76988-0886-4A14-80C0-02DA679BABF7}" destId="{E6E68ADF-DD1D-4C28-A74B-8EE30439F529}" srcOrd="1" destOrd="0" parTransId="{05DD09D7-C325-4FAB-96CB-7C6B7BE9C174}" sibTransId="{0D2684D1-3640-4919-90BD-E3A7F3E116D9}"/>
    <dgm:cxn modelId="{D1464327-0A69-4445-B0D2-CF250AC0738A}" type="presParOf" srcId="{4C30C09E-19F6-4B7D-BB1B-D1CE4018CED9}" destId="{AB8AB5D7-7F05-4F80-8EDC-010E64DCA1B0}" srcOrd="0" destOrd="0" presId="urn:microsoft.com/office/officeart/2008/layout/VerticalCurvedList"/>
    <dgm:cxn modelId="{792BA92E-3BD2-4EFD-8EE9-5A5FB33452DF}" type="presParOf" srcId="{AB8AB5D7-7F05-4F80-8EDC-010E64DCA1B0}" destId="{17D38A4F-46FC-49D1-A48D-05A5CDC5FE16}" srcOrd="0" destOrd="0" presId="urn:microsoft.com/office/officeart/2008/layout/VerticalCurvedList"/>
    <dgm:cxn modelId="{9C356DA2-C640-41DB-BA8C-3C7012AE9AC7}" type="presParOf" srcId="{17D38A4F-46FC-49D1-A48D-05A5CDC5FE16}" destId="{9D0A6BE7-B39E-48AB-8C95-4E58AFC634FA}" srcOrd="0" destOrd="0" presId="urn:microsoft.com/office/officeart/2008/layout/VerticalCurvedList"/>
    <dgm:cxn modelId="{4E026057-4F0B-44BC-A2B5-80ADFAD2BA86}" type="presParOf" srcId="{17D38A4F-46FC-49D1-A48D-05A5CDC5FE16}" destId="{886D8A51-FC19-4516-9924-9295C4FE4C64}" srcOrd="1" destOrd="0" presId="urn:microsoft.com/office/officeart/2008/layout/VerticalCurvedList"/>
    <dgm:cxn modelId="{B73BF2F3-3560-464E-ACA0-9EF7A545560B}" type="presParOf" srcId="{17D38A4F-46FC-49D1-A48D-05A5CDC5FE16}" destId="{16E69F09-AD23-42EC-A25A-CB86FE85D5E5}" srcOrd="2" destOrd="0" presId="urn:microsoft.com/office/officeart/2008/layout/VerticalCurvedList"/>
    <dgm:cxn modelId="{016EC4B6-8B1C-4047-9A2A-2985F552CB3A}" type="presParOf" srcId="{17D38A4F-46FC-49D1-A48D-05A5CDC5FE16}" destId="{84F3D301-B61B-461F-9A4D-611BEFC24A22}" srcOrd="3" destOrd="0" presId="urn:microsoft.com/office/officeart/2008/layout/VerticalCurvedList"/>
    <dgm:cxn modelId="{9BDAAD98-7DF8-4A50-999B-CE20D3505893}" type="presParOf" srcId="{AB8AB5D7-7F05-4F80-8EDC-010E64DCA1B0}" destId="{128AEA13-1B5B-484E-9CBF-FF646E8EE1B8}" srcOrd="1" destOrd="0" presId="urn:microsoft.com/office/officeart/2008/layout/VerticalCurvedList"/>
    <dgm:cxn modelId="{FFC45A64-0B1B-4C2F-9743-8D719F9A9D87}" type="presParOf" srcId="{AB8AB5D7-7F05-4F80-8EDC-010E64DCA1B0}" destId="{7F4A63A0-C114-4EE3-AB72-FE884D2898B2}" srcOrd="2" destOrd="0" presId="urn:microsoft.com/office/officeart/2008/layout/VerticalCurvedList"/>
    <dgm:cxn modelId="{0049CDCF-B41D-4713-9356-4FE427D43059}" type="presParOf" srcId="{7F4A63A0-C114-4EE3-AB72-FE884D2898B2}" destId="{F3FF85F1-C355-42A6-8C7F-8E9D0A29E0D2}" srcOrd="0" destOrd="0" presId="urn:microsoft.com/office/officeart/2008/layout/VerticalCurvedList"/>
    <dgm:cxn modelId="{5FE224A3-5C4C-42FA-A870-BD2C33E2CB3B}" type="presParOf" srcId="{AB8AB5D7-7F05-4F80-8EDC-010E64DCA1B0}" destId="{7B09A940-6AF4-4D59-821A-2940E0334510}" srcOrd="3" destOrd="0" presId="urn:microsoft.com/office/officeart/2008/layout/VerticalCurvedList"/>
    <dgm:cxn modelId="{9EB79C68-2D66-453E-98AE-1A56B8A8C08C}" type="presParOf" srcId="{AB8AB5D7-7F05-4F80-8EDC-010E64DCA1B0}" destId="{31BC482F-C2AD-44C8-9D09-84CB4F2E320B}" srcOrd="4" destOrd="0" presId="urn:microsoft.com/office/officeart/2008/layout/VerticalCurvedList"/>
    <dgm:cxn modelId="{87E24E72-684F-43A7-8162-4D29F6FEEA66}" type="presParOf" srcId="{31BC482F-C2AD-44C8-9D09-84CB4F2E320B}" destId="{35AD9237-9DF6-4B53-A8A8-0C110FF9736A}" srcOrd="0" destOrd="0" presId="urn:microsoft.com/office/officeart/2008/layout/VerticalCurvedList"/>
    <dgm:cxn modelId="{290C0A9E-9B48-4CB8-8A7A-8DAC8BCE148E}" type="presParOf" srcId="{AB8AB5D7-7F05-4F80-8EDC-010E64DCA1B0}" destId="{888176E3-39A2-4255-B9ED-4EFA8A5BA244}" srcOrd="5" destOrd="0" presId="urn:microsoft.com/office/officeart/2008/layout/VerticalCurvedList"/>
    <dgm:cxn modelId="{DF011848-A8EC-4F3A-A460-5FA5470CA3A9}" type="presParOf" srcId="{AB8AB5D7-7F05-4F80-8EDC-010E64DCA1B0}" destId="{1BF69D08-917C-437F-86A9-2735971F3E19}" srcOrd="6" destOrd="0" presId="urn:microsoft.com/office/officeart/2008/layout/VerticalCurvedList"/>
    <dgm:cxn modelId="{03A9EA28-C046-4406-A6AE-75B5C89A8AC8}" type="presParOf" srcId="{1BF69D08-917C-437F-86A9-2735971F3E19}" destId="{39B2BD37-2401-4B13-95C4-9B8034E45501}" srcOrd="0" destOrd="0" presId="urn:microsoft.com/office/officeart/2008/layout/VerticalCurvedList"/>
    <dgm:cxn modelId="{C9194B0E-BA95-40F5-BBC3-8183147D7CDF}" type="presParOf" srcId="{AB8AB5D7-7F05-4F80-8EDC-010E64DCA1B0}" destId="{DE692340-F96D-4D48-AF8F-FD22CEF142F8}" srcOrd="7" destOrd="0" presId="urn:microsoft.com/office/officeart/2008/layout/VerticalCurvedList"/>
    <dgm:cxn modelId="{4C743194-948C-4928-99E0-EBC127FCB0D5}" type="presParOf" srcId="{AB8AB5D7-7F05-4F80-8EDC-010E64DCA1B0}" destId="{A29794AD-E61F-4D07-87C1-21CBADC1B4EE}" srcOrd="8" destOrd="0" presId="urn:microsoft.com/office/officeart/2008/layout/VerticalCurvedList"/>
    <dgm:cxn modelId="{77649F41-DD35-431B-91A4-5ED48E3AAA5B}" type="presParOf" srcId="{A29794AD-E61F-4D07-87C1-21CBADC1B4EE}" destId="{90191CF9-457D-4D46-83E5-B854A515BBD0}" srcOrd="0" destOrd="0" presId="urn:microsoft.com/office/officeart/2008/layout/VerticalCurvedList"/>
    <dgm:cxn modelId="{6A49078F-EFE4-4571-981F-BD9CA065C266}" type="presParOf" srcId="{AB8AB5D7-7F05-4F80-8EDC-010E64DCA1B0}" destId="{0CF915A4-EDF1-452B-BF5F-C3BD602A78EC}" srcOrd="9" destOrd="0" presId="urn:microsoft.com/office/officeart/2008/layout/VerticalCurvedList"/>
    <dgm:cxn modelId="{8CEC217F-FAE4-40C4-BDFD-A2FC8CD981CF}" type="presParOf" srcId="{AB8AB5D7-7F05-4F80-8EDC-010E64DCA1B0}" destId="{0535BA9E-4AD2-44CC-8669-03231BEEB2F3}" srcOrd="10" destOrd="0" presId="urn:microsoft.com/office/officeart/2008/layout/VerticalCurvedList"/>
    <dgm:cxn modelId="{1D4C2ECD-7B40-44C2-988A-F36E95D40CCD}" type="presParOf" srcId="{0535BA9E-4AD2-44CC-8669-03231BEEB2F3}" destId="{34B541B1-201E-4E6B-9CA4-63FB4AE60289}"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110C394-FC5B-4ADE-8C43-3BD896A8C2E3}" type="doc">
      <dgm:prSet loTypeId="urn:microsoft.com/office/officeart/2008/layout/IncreasingCircleProcess" loCatId="list" qsTypeId="urn:microsoft.com/office/officeart/2005/8/quickstyle/simple1" qsCatId="simple" csTypeId="urn:microsoft.com/office/officeart/2005/8/colors/accent1_2" csCatId="accent1" phldr="1"/>
      <dgm:spPr/>
      <dgm:t>
        <a:bodyPr/>
        <a:lstStyle/>
        <a:p>
          <a:endParaRPr lang="en-US"/>
        </a:p>
      </dgm:t>
    </dgm:pt>
    <dgm:pt modelId="{3003CFED-D7A8-4AC7-899E-5205F3AE5F70}">
      <dgm:prSet phldrT="[Text]" phldr="0" custT="1"/>
      <dgm:spPr/>
      <dgm:t>
        <a:bodyPr/>
        <a:lstStyle/>
        <a:p>
          <a:r>
            <a:rPr lang="en-US" sz="2000" dirty="0">
              <a:latin typeface="Times New Roman" panose="02020603050405020304" pitchFamily="18" charset="0"/>
              <a:cs typeface="Times New Roman" panose="02020603050405020304" pitchFamily="18" charset="0"/>
            </a:rPr>
            <a:t>Milestone 1</a:t>
          </a:r>
        </a:p>
      </dgm:t>
    </dgm:pt>
    <dgm:pt modelId="{6A8B3E85-9034-4F58-9F9A-0E5465D3C520}" type="parTrans" cxnId="{78B08BDD-5668-4E2E-BE24-2D8DC893242D}">
      <dgm:prSet/>
      <dgm:spPr/>
      <dgm:t>
        <a:bodyPr/>
        <a:lstStyle/>
        <a:p>
          <a:endParaRPr lang="en-US"/>
        </a:p>
      </dgm:t>
    </dgm:pt>
    <dgm:pt modelId="{CE99363C-C9EA-4302-9254-33BC6DE1C02A}" type="sibTrans" cxnId="{78B08BDD-5668-4E2E-BE24-2D8DC893242D}">
      <dgm:prSet/>
      <dgm:spPr/>
      <dgm:t>
        <a:bodyPr/>
        <a:lstStyle/>
        <a:p>
          <a:endParaRPr lang="en-US"/>
        </a:p>
      </dgm:t>
    </dgm:pt>
    <dgm:pt modelId="{13A28C39-0836-4648-BBC3-049CD304DB6C}">
      <dgm:prSet phldrT="[Text]" phldr="0" custT="1"/>
      <dgm:spPr/>
      <dgm:t>
        <a:bodyPr/>
        <a:lstStyle/>
        <a:p>
          <a:r>
            <a:rPr lang="en-US" sz="2000" dirty="0">
              <a:latin typeface="Times New Roman" panose="02020603050405020304" pitchFamily="18" charset="0"/>
              <a:cs typeface="Times New Roman" panose="02020603050405020304" pitchFamily="18" charset="0"/>
            </a:rPr>
            <a:t>Milestone 2</a:t>
          </a:r>
        </a:p>
      </dgm:t>
    </dgm:pt>
    <dgm:pt modelId="{7C825BB2-5CC1-4DC2-8F00-25B1B44233E9}" type="parTrans" cxnId="{595AC000-0B6C-4AFC-810B-35BBF3A83289}">
      <dgm:prSet/>
      <dgm:spPr/>
      <dgm:t>
        <a:bodyPr/>
        <a:lstStyle/>
        <a:p>
          <a:endParaRPr lang="en-US"/>
        </a:p>
      </dgm:t>
    </dgm:pt>
    <dgm:pt modelId="{ABAF4D24-584A-4A33-A238-6E372CB08126}" type="sibTrans" cxnId="{595AC000-0B6C-4AFC-810B-35BBF3A83289}">
      <dgm:prSet/>
      <dgm:spPr/>
      <dgm:t>
        <a:bodyPr/>
        <a:lstStyle/>
        <a:p>
          <a:endParaRPr lang="en-US"/>
        </a:p>
      </dgm:t>
    </dgm:pt>
    <dgm:pt modelId="{A3502CF3-CC82-48A2-B1E7-A031BB0A4CB0}">
      <dgm:prSet phldrT="[Text]" phldr="0" custT="1"/>
      <dgm:spPr/>
      <dgm:t>
        <a:bodyPr/>
        <a:lstStyle/>
        <a:p>
          <a:r>
            <a:rPr lang="en-US" sz="2000" dirty="0">
              <a:latin typeface="Times New Roman" panose="02020603050405020304" pitchFamily="18" charset="0"/>
              <a:cs typeface="Times New Roman" panose="02020603050405020304" pitchFamily="18" charset="0"/>
            </a:rPr>
            <a:t>Milestone 3</a:t>
          </a:r>
        </a:p>
      </dgm:t>
    </dgm:pt>
    <dgm:pt modelId="{06F43E68-6D23-4758-9CD7-B0BCC856336C}" type="parTrans" cxnId="{D4EAC55E-31AA-4D2C-B681-F350DAEDC731}">
      <dgm:prSet/>
      <dgm:spPr/>
      <dgm:t>
        <a:bodyPr/>
        <a:lstStyle/>
        <a:p>
          <a:endParaRPr lang="en-US"/>
        </a:p>
      </dgm:t>
    </dgm:pt>
    <dgm:pt modelId="{3EC7D091-B238-4DE5-B789-BBE4CFBB765C}" type="sibTrans" cxnId="{D4EAC55E-31AA-4D2C-B681-F350DAEDC731}">
      <dgm:prSet/>
      <dgm:spPr/>
      <dgm:t>
        <a:bodyPr/>
        <a:lstStyle/>
        <a:p>
          <a:endParaRPr lang="en-US"/>
        </a:p>
      </dgm:t>
    </dgm:pt>
    <dgm:pt modelId="{875751DE-C936-495B-80A7-2BB0DAA962C4}">
      <dgm:prSet/>
      <dgm:spPr/>
      <dgm:t>
        <a:bodyPr/>
        <a:lstStyle/>
        <a:p>
          <a:endParaRPr lang="en-US"/>
        </a:p>
      </dgm:t>
    </dgm:pt>
    <dgm:pt modelId="{871AD47D-20C2-43D1-B7FF-F52DA87E364D}" type="parTrans" cxnId="{BEED49EF-75FA-4312-8559-1D22C5C4AB18}">
      <dgm:prSet/>
      <dgm:spPr/>
      <dgm:t>
        <a:bodyPr/>
        <a:lstStyle/>
        <a:p>
          <a:endParaRPr lang="en-US"/>
        </a:p>
      </dgm:t>
    </dgm:pt>
    <dgm:pt modelId="{00FCEFBE-3D9C-47CE-A2EB-3A0839C29404}" type="sibTrans" cxnId="{BEED49EF-75FA-4312-8559-1D22C5C4AB18}">
      <dgm:prSet/>
      <dgm:spPr/>
      <dgm:t>
        <a:bodyPr/>
        <a:lstStyle/>
        <a:p>
          <a:endParaRPr lang="en-US"/>
        </a:p>
      </dgm:t>
    </dgm:pt>
    <dgm:pt modelId="{DF5CBD29-CF35-4439-82A1-47C667934670}" type="pres">
      <dgm:prSet presAssocID="{1110C394-FC5B-4ADE-8C43-3BD896A8C2E3}" presName="Name0" presStyleCnt="0">
        <dgm:presLayoutVars>
          <dgm:chMax val="7"/>
          <dgm:chPref val="7"/>
          <dgm:dir/>
          <dgm:animOne val="branch"/>
          <dgm:animLvl val="lvl"/>
        </dgm:presLayoutVars>
      </dgm:prSet>
      <dgm:spPr/>
    </dgm:pt>
    <dgm:pt modelId="{8D3B70D9-B328-47D7-B562-B44A5110957B}" type="pres">
      <dgm:prSet presAssocID="{3003CFED-D7A8-4AC7-899E-5205F3AE5F70}" presName="composite" presStyleCnt="0"/>
      <dgm:spPr/>
    </dgm:pt>
    <dgm:pt modelId="{8A1D3FCE-0E75-46B0-93A7-9063FBA550E3}" type="pres">
      <dgm:prSet presAssocID="{3003CFED-D7A8-4AC7-899E-5205F3AE5F70}" presName="BackAccent" presStyleLbl="bgShp" presStyleIdx="0" presStyleCnt="4"/>
      <dgm:spPr/>
    </dgm:pt>
    <dgm:pt modelId="{D300464F-C243-4502-ADE1-9CE2B8275FA8}" type="pres">
      <dgm:prSet presAssocID="{3003CFED-D7A8-4AC7-899E-5205F3AE5F70}" presName="Accent" presStyleLbl="alignNode1" presStyleIdx="0" presStyleCnt="4"/>
      <dgm:spPr/>
    </dgm:pt>
    <dgm:pt modelId="{0F4BE3FC-340F-4680-B6A1-9DF363E7118B}" type="pres">
      <dgm:prSet presAssocID="{3003CFED-D7A8-4AC7-899E-5205F3AE5F70}" presName="Child" presStyleLbl="revTx" presStyleIdx="0" presStyleCnt="4" custScaleY="99177" custLinFactNeighborX="-504" custLinFactNeighborY="23748">
        <dgm:presLayoutVars>
          <dgm:chMax val="0"/>
          <dgm:chPref val="0"/>
          <dgm:bulletEnabled val="1"/>
        </dgm:presLayoutVars>
      </dgm:prSet>
      <dgm:spPr/>
    </dgm:pt>
    <dgm:pt modelId="{176DCEBC-53E7-4B40-9C6A-A550F853859D}" type="pres">
      <dgm:prSet presAssocID="{3003CFED-D7A8-4AC7-899E-5205F3AE5F70}" presName="Parent" presStyleLbl="revTx" presStyleIdx="0" presStyleCnt="4">
        <dgm:presLayoutVars>
          <dgm:chMax val="1"/>
          <dgm:chPref val="1"/>
          <dgm:bulletEnabled val="1"/>
        </dgm:presLayoutVars>
      </dgm:prSet>
      <dgm:spPr/>
    </dgm:pt>
    <dgm:pt modelId="{F0370310-A9FB-4C65-A8BB-51F31BB56F9A}" type="pres">
      <dgm:prSet presAssocID="{CE99363C-C9EA-4302-9254-33BC6DE1C02A}" presName="sibTrans" presStyleCnt="0"/>
      <dgm:spPr/>
    </dgm:pt>
    <dgm:pt modelId="{545A228D-F96C-488F-A427-84D8114D72FC}" type="pres">
      <dgm:prSet presAssocID="{13A28C39-0836-4648-BBC3-049CD304DB6C}" presName="composite" presStyleCnt="0"/>
      <dgm:spPr/>
    </dgm:pt>
    <dgm:pt modelId="{7148B4DE-18DB-48B1-A729-3DFA80CB6049}" type="pres">
      <dgm:prSet presAssocID="{13A28C39-0836-4648-BBC3-049CD304DB6C}" presName="BackAccent" presStyleLbl="bgShp" presStyleIdx="1" presStyleCnt="4"/>
      <dgm:spPr/>
    </dgm:pt>
    <dgm:pt modelId="{01032BD3-14C3-4931-BB01-E77876CEB518}" type="pres">
      <dgm:prSet presAssocID="{13A28C39-0836-4648-BBC3-049CD304DB6C}" presName="Accent" presStyleLbl="alignNode1" presStyleIdx="1" presStyleCnt="4"/>
      <dgm:spPr/>
    </dgm:pt>
    <dgm:pt modelId="{4E6FCBD1-BB10-47C1-BBB5-CDD07EE483BE}" type="pres">
      <dgm:prSet presAssocID="{13A28C39-0836-4648-BBC3-049CD304DB6C}" presName="Child" presStyleLbl="revTx" presStyleIdx="0" presStyleCnt="4">
        <dgm:presLayoutVars>
          <dgm:chMax val="0"/>
          <dgm:chPref val="0"/>
          <dgm:bulletEnabled val="1"/>
        </dgm:presLayoutVars>
      </dgm:prSet>
      <dgm:spPr/>
    </dgm:pt>
    <dgm:pt modelId="{F6FAFA85-E36C-450C-8CB4-E7FF20BFDF46}" type="pres">
      <dgm:prSet presAssocID="{13A28C39-0836-4648-BBC3-049CD304DB6C}" presName="Parent" presStyleLbl="revTx" presStyleIdx="1" presStyleCnt="4">
        <dgm:presLayoutVars>
          <dgm:chMax val="1"/>
          <dgm:chPref val="1"/>
          <dgm:bulletEnabled val="1"/>
        </dgm:presLayoutVars>
      </dgm:prSet>
      <dgm:spPr/>
    </dgm:pt>
    <dgm:pt modelId="{49B508CA-FD35-42C0-B8FD-9C873CFBE047}" type="pres">
      <dgm:prSet presAssocID="{ABAF4D24-584A-4A33-A238-6E372CB08126}" presName="sibTrans" presStyleCnt="0"/>
      <dgm:spPr/>
    </dgm:pt>
    <dgm:pt modelId="{78F269AE-9683-4C26-A0A8-C9814BFB4B44}" type="pres">
      <dgm:prSet presAssocID="{A3502CF3-CC82-48A2-B1E7-A031BB0A4CB0}" presName="composite" presStyleCnt="0"/>
      <dgm:spPr/>
    </dgm:pt>
    <dgm:pt modelId="{0DF9629D-4207-4EC6-8E07-EBCBE12B14A2}" type="pres">
      <dgm:prSet presAssocID="{A3502CF3-CC82-48A2-B1E7-A031BB0A4CB0}" presName="BackAccent" presStyleLbl="bgShp" presStyleIdx="2" presStyleCnt="4"/>
      <dgm:spPr/>
    </dgm:pt>
    <dgm:pt modelId="{BDA4B00A-382D-4C5C-8617-F921CBBFFBEE}" type="pres">
      <dgm:prSet presAssocID="{A3502CF3-CC82-48A2-B1E7-A031BB0A4CB0}" presName="Accent" presStyleLbl="alignNode1" presStyleIdx="2" presStyleCnt="4"/>
      <dgm:spPr/>
    </dgm:pt>
    <dgm:pt modelId="{9A7E4910-E84D-46D4-A7A2-37409ABB0A2E}" type="pres">
      <dgm:prSet presAssocID="{A3502CF3-CC82-48A2-B1E7-A031BB0A4CB0}" presName="Child" presStyleLbl="revTx" presStyleIdx="1" presStyleCnt="4">
        <dgm:presLayoutVars>
          <dgm:chMax val="0"/>
          <dgm:chPref val="0"/>
          <dgm:bulletEnabled val="1"/>
        </dgm:presLayoutVars>
      </dgm:prSet>
      <dgm:spPr/>
    </dgm:pt>
    <dgm:pt modelId="{2682BF9E-CA7B-4924-B172-8883062764CA}" type="pres">
      <dgm:prSet presAssocID="{A3502CF3-CC82-48A2-B1E7-A031BB0A4CB0}" presName="Parent" presStyleLbl="revTx" presStyleIdx="2" presStyleCnt="4">
        <dgm:presLayoutVars>
          <dgm:chMax val="1"/>
          <dgm:chPref val="1"/>
          <dgm:bulletEnabled val="1"/>
        </dgm:presLayoutVars>
      </dgm:prSet>
      <dgm:spPr/>
    </dgm:pt>
    <dgm:pt modelId="{4D16411D-F8B8-4426-91FF-87444FF56261}" type="pres">
      <dgm:prSet presAssocID="{3EC7D091-B238-4DE5-B789-BBE4CFBB765C}" presName="sibTrans" presStyleCnt="0"/>
      <dgm:spPr/>
    </dgm:pt>
    <dgm:pt modelId="{0F2D4945-64A5-40CA-BB29-DD47E8F21298}" type="pres">
      <dgm:prSet presAssocID="{875751DE-C936-495B-80A7-2BB0DAA962C4}" presName="composite" presStyleCnt="0"/>
      <dgm:spPr/>
    </dgm:pt>
    <dgm:pt modelId="{6B8A36B7-C320-475C-947F-87126CF680F0}" type="pres">
      <dgm:prSet presAssocID="{875751DE-C936-495B-80A7-2BB0DAA962C4}" presName="BackAccent" presStyleLbl="bgShp" presStyleIdx="3" presStyleCnt="4"/>
      <dgm:spPr/>
    </dgm:pt>
    <dgm:pt modelId="{FD84DF8E-E513-42E3-99E6-6D46B990BB89}" type="pres">
      <dgm:prSet presAssocID="{875751DE-C936-495B-80A7-2BB0DAA962C4}" presName="Accent" presStyleLbl="alignNode1" presStyleIdx="3" presStyleCnt="4"/>
      <dgm:spPr/>
    </dgm:pt>
    <dgm:pt modelId="{2A494FA9-6052-45EC-AE0C-CFFAF7F29D5D}" type="pres">
      <dgm:prSet presAssocID="{875751DE-C936-495B-80A7-2BB0DAA962C4}" presName="Child" presStyleLbl="revTx" presStyleIdx="2" presStyleCnt="4">
        <dgm:presLayoutVars>
          <dgm:chMax val="0"/>
          <dgm:chPref val="0"/>
          <dgm:bulletEnabled val="1"/>
        </dgm:presLayoutVars>
      </dgm:prSet>
      <dgm:spPr/>
    </dgm:pt>
    <dgm:pt modelId="{41B1A41E-5427-4EBA-85DD-28AA14DC863E}" type="pres">
      <dgm:prSet presAssocID="{875751DE-C936-495B-80A7-2BB0DAA962C4}" presName="Parent" presStyleLbl="revTx" presStyleIdx="3" presStyleCnt="4">
        <dgm:presLayoutVars>
          <dgm:chMax val="1"/>
          <dgm:chPref val="1"/>
          <dgm:bulletEnabled val="1"/>
        </dgm:presLayoutVars>
      </dgm:prSet>
      <dgm:spPr/>
    </dgm:pt>
  </dgm:ptLst>
  <dgm:cxnLst>
    <dgm:cxn modelId="{595AC000-0B6C-4AFC-810B-35BBF3A83289}" srcId="{1110C394-FC5B-4ADE-8C43-3BD896A8C2E3}" destId="{13A28C39-0836-4648-BBC3-049CD304DB6C}" srcOrd="1" destOrd="0" parTransId="{7C825BB2-5CC1-4DC2-8F00-25B1B44233E9}" sibTransId="{ABAF4D24-584A-4A33-A238-6E372CB08126}"/>
    <dgm:cxn modelId="{D4EAC55E-31AA-4D2C-B681-F350DAEDC731}" srcId="{1110C394-FC5B-4ADE-8C43-3BD896A8C2E3}" destId="{A3502CF3-CC82-48A2-B1E7-A031BB0A4CB0}" srcOrd="2" destOrd="0" parTransId="{06F43E68-6D23-4758-9CD7-B0BCC856336C}" sibTransId="{3EC7D091-B238-4DE5-B789-BBE4CFBB765C}"/>
    <dgm:cxn modelId="{7FB4B361-B0E4-4EE2-A869-B2AE7D1DE185}" type="presOf" srcId="{13A28C39-0836-4648-BBC3-049CD304DB6C}" destId="{F6FAFA85-E36C-450C-8CB4-E7FF20BFDF46}" srcOrd="0" destOrd="0" presId="urn:microsoft.com/office/officeart/2008/layout/IncreasingCircleProcess"/>
    <dgm:cxn modelId="{3597F042-F166-4A2C-84E0-8B316BAAE55F}" type="presOf" srcId="{1110C394-FC5B-4ADE-8C43-3BD896A8C2E3}" destId="{DF5CBD29-CF35-4439-82A1-47C667934670}" srcOrd="0" destOrd="0" presId="urn:microsoft.com/office/officeart/2008/layout/IncreasingCircleProcess"/>
    <dgm:cxn modelId="{B1D082BD-333B-43F3-94EA-2EAEC2F918C6}" type="presOf" srcId="{A3502CF3-CC82-48A2-B1E7-A031BB0A4CB0}" destId="{2682BF9E-CA7B-4924-B172-8883062764CA}" srcOrd="0" destOrd="0" presId="urn:microsoft.com/office/officeart/2008/layout/IncreasingCircleProcess"/>
    <dgm:cxn modelId="{68BF54DB-ADDD-454A-B61B-5E9B772CBEAC}" type="presOf" srcId="{875751DE-C936-495B-80A7-2BB0DAA962C4}" destId="{41B1A41E-5427-4EBA-85DD-28AA14DC863E}" srcOrd="0" destOrd="0" presId="urn:microsoft.com/office/officeart/2008/layout/IncreasingCircleProcess"/>
    <dgm:cxn modelId="{78B08BDD-5668-4E2E-BE24-2D8DC893242D}" srcId="{1110C394-FC5B-4ADE-8C43-3BD896A8C2E3}" destId="{3003CFED-D7A8-4AC7-899E-5205F3AE5F70}" srcOrd="0" destOrd="0" parTransId="{6A8B3E85-9034-4F58-9F9A-0E5465D3C520}" sibTransId="{CE99363C-C9EA-4302-9254-33BC6DE1C02A}"/>
    <dgm:cxn modelId="{C024FAE3-5AFD-4865-A913-4BA28A5CC44E}" type="presOf" srcId="{3003CFED-D7A8-4AC7-899E-5205F3AE5F70}" destId="{176DCEBC-53E7-4B40-9C6A-A550F853859D}" srcOrd="0" destOrd="0" presId="urn:microsoft.com/office/officeart/2008/layout/IncreasingCircleProcess"/>
    <dgm:cxn modelId="{BEED49EF-75FA-4312-8559-1D22C5C4AB18}" srcId="{1110C394-FC5B-4ADE-8C43-3BD896A8C2E3}" destId="{875751DE-C936-495B-80A7-2BB0DAA962C4}" srcOrd="3" destOrd="0" parTransId="{871AD47D-20C2-43D1-B7FF-F52DA87E364D}" sibTransId="{00FCEFBE-3D9C-47CE-A2EB-3A0839C29404}"/>
    <dgm:cxn modelId="{CFB96358-F24B-4D33-A13C-F0DC19F29F93}" type="presParOf" srcId="{DF5CBD29-CF35-4439-82A1-47C667934670}" destId="{8D3B70D9-B328-47D7-B562-B44A5110957B}" srcOrd="0" destOrd="0" presId="urn:microsoft.com/office/officeart/2008/layout/IncreasingCircleProcess"/>
    <dgm:cxn modelId="{A1EF5002-531A-4A11-B325-83312AD10CC4}" type="presParOf" srcId="{8D3B70D9-B328-47D7-B562-B44A5110957B}" destId="{8A1D3FCE-0E75-46B0-93A7-9063FBA550E3}" srcOrd="0" destOrd="0" presId="urn:microsoft.com/office/officeart/2008/layout/IncreasingCircleProcess"/>
    <dgm:cxn modelId="{ACEC2EB6-B254-45AC-A24E-AADF0AB290FD}" type="presParOf" srcId="{8D3B70D9-B328-47D7-B562-B44A5110957B}" destId="{D300464F-C243-4502-ADE1-9CE2B8275FA8}" srcOrd="1" destOrd="0" presId="urn:microsoft.com/office/officeart/2008/layout/IncreasingCircleProcess"/>
    <dgm:cxn modelId="{D62625E4-A96F-4501-B6A5-80A6AD63C8C3}" type="presParOf" srcId="{8D3B70D9-B328-47D7-B562-B44A5110957B}" destId="{0F4BE3FC-340F-4680-B6A1-9DF363E7118B}" srcOrd="2" destOrd="0" presId="urn:microsoft.com/office/officeart/2008/layout/IncreasingCircleProcess"/>
    <dgm:cxn modelId="{59D1D3CC-F33B-49EA-8EF5-0A81A489D15F}" type="presParOf" srcId="{8D3B70D9-B328-47D7-B562-B44A5110957B}" destId="{176DCEBC-53E7-4B40-9C6A-A550F853859D}" srcOrd="3" destOrd="0" presId="urn:microsoft.com/office/officeart/2008/layout/IncreasingCircleProcess"/>
    <dgm:cxn modelId="{710D8D06-E3E7-463F-82A4-C0078552226C}" type="presParOf" srcId="{DF5CBD29-CF35-4439-82A1-47C667934670}" destId="{F0370310-A9FB-4C65-A8BB-51F31BB56F9A}" srcOrd="1" destOrd="0" presId="urn:microsoft.com/office/officeart/2008/layout/IncreasingCircleProcess"/>
    <dgm:cxn modelId="{42DA4858-5625-4A40-938E-CCF8D84A1A15}" type="presParOf" srcId="{DF5CBD29-CF35-4439-82A1-47C667934670}" destId="{545A228D-F96C-488F-A427-84D8114D72FC}" srcOrd="2" destOrd="0" presId="urn:microsoft.com/office/officeart/2008/layout/IncreasingCircleProcess"/>
    <dgm:cxn modelId="{318A4291-3198-487D-81BF-BDDEBABB880E}" type="presParOf" srcId="{545A228D-F96C-488F-A427-84D8114D72FC}" destId="{7148B4DE-18DB-48B1-A729-3DFA80CB6049}" srcOrd="0" destOrd="0" presId="urn:microsoft.com/office/officeart/2008/layout/IncreasingCircleProcess"/>
    <dgm:cxn modelId="{2413E490-E5BC-4798-8B5C-6D752D3313EC}" type="presParOf" srcId="{545A228D-F96C-488F-A427-84D8114D72FC}" destId="{01032BD3-14C3-4931-BB01-E77876CEB518}" srcOrd="1" destOrd="0" presId="urn:microsoft.com/office/officeart/2008/layout/IncreasingCircleProcess"/>
    <dgm:cxn modelId="{56B798F9-7C50-4B30-B53C-D2DDB03AE708}" type="presParOf" srcId="{545A228D-F96C-488F-A427-84D8114D72FC}" destId="{4E6FCBD1-BB10-47C1-BBB5-CDD07EE483BE}" srcOrd="2" destOrd="0" presId="urn:microsoft.com/office/officeart/2008/layout/IncreasingCircleProcess"/>
    <dgm:cxn modelId="{54CD99A2-4B39-470C-A59E-59E3ACFCD798}" type="presParOf" srcId="{545A228D-F96C-488F-A427-84D8114D72FC}" destId="{F6FAFA85-E36C-450C-8CB4-E7FF20BFDF46}" srcOrd="3" destOrd="0" presId="urn:microsoft.com/office/officeart/2008/layout/IncreasingCircleProcess"/>
    <dgm:cxn modelId="{B3B57469-CE65-45C5-A408-5A14D08123A7}" type="presParOf" srcId="{DF5CBD29-CF35-4439-82A1-47C667934670}" destId="{49B508CA-FD35-42C0-B8FD-9C873CFBE047}" srcOrd="3" destOrd="0" presId="urn:microsoft.com/office/officeart/2008/layout/IncreasingCircleProcess"/>
    <dgm:cxn modelId="{0FA54BE3-19F8-4D70-9C36-A339D8C0ACFE}" type="presParOf" srcId="{DF5CBD29-CF35-4439-82A1-47C667934670}" destId="{78F269AE-9683-4C26-A0A8-C9814BFB4B44}" srcOrd="4" destOrd="0" presId="urn:microsoft.com/office/officeart/2008/layout/IncreasingCircleProcess"/>
    <dgm:cxn modelId="{06F8F944-A110-4076-8612-CD75CCF88910}" type="presParOf" srcId="{78F269AE-9683-4C26-A0A8-C9814BFB4B44}" destId="{0DF9629D-4207-4EC6-8E07-EBCBE12B14A2}" srcOrd="0" destOrd="0" presId="urn:microsoft.com/office/officeart/2008/layout/IncreasingCircleProcess"/>
    <dgm:cxn modelId="{0B87A7B4-DC9C-41F0-9440-72C3F0908C84}" type="presParOf" srcId="{78F269AE-9683-4C26-A0A8-C9814BFB4B44}" destId="{BDA4B00A-382D-4C5C-8617-F921CBBFFBEE}" srcOrd="1" destOrd="0" presId="urn:microsoft.com/office/officeart/2008/layout/IncreasingCircleProcess"/>
    <dgm:cxn modelId="{F4C3B0F7-17E1-4F2E-82E7-DBD14D224451}" type="presParOf" srcId="{78F269AE-9683-4C26-A0A8-C9814BFB4B44}" destId="{9A7E4910-E84D-46D4-A7A2-37409ABB0A2E}" srcOrd="2" destOrd="0" presId="urn:microsoft.com/office/officeart/2008/layout/IncreasingCircleProcess"/>
    <dgm:cxn modelId="{CC4E6591-AA69-47D4-8523-122429BEFAB4}" type="presParOf" srcId="{78F269AE-9683-4C26-A0A8-C9814BFB4B44}" destId="{2682BF9E-CA7B-4924-B172-8883062764CA}" srcOrd="3" destOrd="0" presId="urn:microsoft.com/office/officeart/2008/layout/IncreasingCircleProcess"/>
    <dgm:cxn modelId="{4FDBA123-34EA-4BF2-B490-3EAF07BD6651}" type="presParOf" srcId="{DF5CBD29-CF35-4439-82A1-47C667934670}" destId="{4D16411D-F8B8-4426-91FF-87444FF56261}" srcOrd="5" destOrd="0" presId="urn:microsoft.com/office/officeart/2008/layout/IncreasingCircleProcess"/>
    <dgm:cxn modelId="{681D415D-DD9B-457D-B01E-980E6FEB8117}" type="presParOf" srcId="{DF5CBD29-CF35-4439-82A1-47C667934670}" destId="{0F2D4945-64A5-40CA-BB29-DD47E8F21298}" srcOrd="6" destOrd="0" presId="urn:microsoft.com/office/officeart/2008/layout/IncreasingCircleProcess"/>
    <dgm:cxn modelId="{17EA4283-6337-4C9C-9418-26D5A167418F}" type="presParOf" srcId="{0F2D4945-64A5-40CA-BB29-DD47E8F21298}" destId="{6B8A36B7-C320-475C-947F-87126CF680F0}" srcOrd="0" destOrd="0" presId="urn:microsoft.com/office/officeart/2008/layout/IncreasingCircleProcess"/>
    <dgm:cxn modelId="{45C5844A-3762-4392-AE9F-44C574725E12}" type="presParOf" srcId="{0F2D4945-64A5-40CA-BB29-DD47E8F21298}" destId="{FD84DF8E-E513-42E3-99E6-6D46B990BB89}" srcOrd="1" destOrd="0" presId="urn:microsoft.com/office/officeart/2008/layout/IncreasingCircleProcess"/>
    <dgm:cxn modelId="{276B80BA-C316-4F4A-9BB5-0101B21F0230}" type="presParOf" srcId="{0F2D4945-64A5-40CA-BB29-DD47E8F21298}" destId="{2A494FA9-6052-45EC-AE0C-CFFAF7F29D5D}" srcOrd="2" destOrd="0" presId="urn:microsoft.com/office/officeart/2008/layout/IncreasingCircleProcess"/>
    <dgm:cxn modelId="{FADC3DCE-B230-45CD-906E-5936AE3FB09E}" type="presParOf" srcId="{0F2D4945-64A5-40CA-BB29-DD47E8F21298}" destId="{41B1A41E-5427-4EBA-85DD-28AA14DC863E}" srcOrd="3" destOrd="0" presId="urn:microsoft.com/office/officeart/2008/layout/IncreasingCircle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86D8A51-FC19-4516-9924-9295C4FE4C64}">
      <dsp:nvSpPr>
        <dsp:cNvPr id="0" name=""/>
        <dsp:cNvSpPr/>
      </dsp:nvSpPr>
      <dsp:spPr>
        <a:xfrm>
          <a:off x="-4092902" y="-628176"/>
          <a:ext cx="4877149" cy="4877149"/>
        </a:xfrm>
        <a:prstGeom prst="blockArc">
          <a:avLst>
            <a:gd name="adj1" fmla="val 18900000"/>
            <a:gd name="adj2" fmla="val 2700000"/>
            <a:gd name="adj3" fmla="val 443"/>
          </a:avLst>
        </a:prstGeom>
        <a:noFill/>
        <a:ln w="15875" cap="flat" cmpd="sng" algn="ctr">
          <a:solidFill>
            <a:schemeClr val="accent1">
              <a:shade val="60000"/>
              <a:hueOff val="0"/>
              <a:satOff val="0"/>
              <a:lumOff val="0"/>
              <a:alphaOff val="0"/>
            </a:schemeClr>
          </a:solidFill>
          <a:prstDash val="solid"/>
        </a:ln>
        <a:effectLst/>
        <a:scene3d>
          <a:camera prst="orthographicFront">
            <a:rot lat="0" lon="0" rev="0"/>
          </a:camera>
          <a:lightRig rig="contrasting" dir="t">
            <a:rot lat="0" lon="0" rev="1200000"/>
          </a:lightRig>
        </a:scene3d>
        <a:sp3d z="-110000"/>
      </dsp:spPr>
      <dsp:style>
        <a:lnRef idx="2">
          <a:scrgbClr r="0" g="0" b="0"/>
        </a:lnRef>
        <a:fillRef idx="0">
          <a:scrgbClr r="0" g="0" b="0"/>
        </a:fillRef>
        <a:effectRef idx="0">
          <a:scrgbClr r="0" g="0" b="0"/>
        </a:effectRef>
        <a:fontRef idx="minor"/>
      </dsp:style>
    </dsp:sp>
    <dsp:sp modelId="{128AEA13-1B5B-484E-9CBF-FF646E8EE1B8}">
      <dsp:nvSpPr>
        <dsp:cNvPr id="0" name=""/>
        <dsp:cNvSpPr/>
      </dsp:nvSpPr>
      <dsp:spPr>
        <a:xfrm>
          <a:off x="343583" y="226227"/>
          <a:ext cx="9493397" cy="452744"/>
        </a:xfrm>
        <a:prstGeom prst="rect">
          <a:avLst/>
        </a:prstGeom>
        <a:solidFill>
          <a:schemeClr val="accent1">
            <a:hueOff val="0"/>
            <a:satOff val="0"/>
            <a:lumOff val="0"/>
            <a:alphaOff val="0"/>
          </a:schemeClr>
        </a:solidFill>
        <a:ln>
          <a:noFill/>
        </a:ln>
        <a:effectLst>
          <a:outerShdw blurRad="38100" dist="25400" dir="2700000" algn="br" rotWithShape="0">
            <a:srgbClr val="000000">
              <a:alpha val="60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359366" tIns="53340" rIns="53340" bIns="53340" numCol="1" spcCol="1270" anchor="ctr" anchorCtr="0">
          <a:noAutofit/>
        </a:bodyPr>
        <a:lstStyle/>
        <a:p>
          <a:pPr marL="0" lvl="0" indent="0" algn="l" defTabSz="933450">
            <a:lnSpc>
              <a:spcPct val="90000"/>
            </a:lnSpc>
            <a:spcBef>
              <a:spcPct val="0"/>
            </a:spcBef>
            <a:spcAft>
              <a:spcPct val="35000"/>
            </a:spcAft>
            <a:buSzTx/>
            <a:buFont typeface="Wingdings" panose="05000000000000000000" pitchFamily="2" charset="2"/>
            <a:buNone/>
          </a:pPr>
          <a:r>
            <a:rPr lang="en-US" altLang="en-US" sz="2100" kern="1200" dirty="0">
              <a:latin typeface="Times New Roman" panose="02020603050405020304" pitchFamily="18" charset="0"/>
              <a:cs typeface="Times New Roman" panose="02020603050405020304" pitchFamily="18" charset="0"/>
            </a:rPr>
            <a:t>To analyze election data across years, states, and constituencies.</a:t>
          </a:r>
          <a:endParaRPr lang="en-US" sz="2100" kern="1200" dirty="0"/>
        </a:p>
      </dsp:txBody>
      <dsp:txXfrm>
        <a:off x="343583" y="226227"/>
        <a:ext cx="9493397" cy="452744"/>
      </dsp:txXfrm>
    </dsp:sp>
    <dsp:sp modelId="{F3FF85F1-C355-42A6-8C7F-8E9D0A29E0D2}">
      <dsp:nvSpPr>
        <dsp:cNvPr id="0" name=""/>
        <dsp:cNvSpPr/>
      </dsp:nvSpPr>
      <dsp:spPr>
        <a:xfrm>
          <a:off x="60618" y="169634"/>
          <a:ext cx="565930" cy="565930"/>
        </a:xfrm>
        <a:prstGeom prst="ellipse">
          <a:avLst/>
        </a:prstGeom>
        <a:solidFill>
          <a:schemeClr val="lt1">
            <a:hueOff val="0"/>
            <a:satOff val="0"/>
            <a:lumOff val="0"/>
            <a:alphaOff val="0"/>
          </a:schemeClr>
        </a:solidFill>
        <a:ln>
          <a:noFill/>
        </a:ln>
        <a:effectLst/>
        <a:scene3d>
          <a:camera prst="orthographicFront">
            <a:rot lat="0" lon="0" rev="0"/>
          </a:camera>
          <a:lightRig rig="contrasting" dir="t">
            <a:rot lat="0" lon="0" rev="1200000"/>
          </a:lightRig>
        </a:scene3d>
        <a:sp3d z="300000" contourW="12700" prstMaterial="flat">
          <a:bevelT w="177800" h="254000"/>
          <a:bevelB w="152400"/>
        </a:sp3d>
      </dsp:spPr>
      <dsp:style>
        <a:lnRef idx="0">
          <a:scrgbClr r="0" g="0" b="0"/>
        </a:lnRef>
        <a:fillRef idx="1">
          <a:scrgbClr r="0" g="0" b="0"/>
        </a:fillRef>
        <a:effectRef idx="0">
          <a:scrgbClr r="0" g="0" b="0"/>
        </a:effectRef>
        <a:fontRef idx="minor"/>
      </dsp:style>
    </dsp:sp>
    <dsp:sp modelId="{7B09A940-6AF4-4D59-821A-2940E0334510}">
      <dsp:nvSpPr>
        <dsp:cNvPr id="0" name=""/>
        <dsp:cNvSpPr/>
      </dsp:nvSpPr>
      <dsp:spPr>
        <a:xfrm>
          <a:off x="668006" y="905126"/>
          <a:ext cx="9168974" cy="452744"/>
        </a:xfrm>
        <a:prstGeom prst="rect">
          <a:avLst/>
        </a:prstGeom>
        <a:solidFill>
          <a:schemeClr val="accent1">
            <a:hueOff val="0"/>
            <a:satOff val="0"/>
            <a:lumOff val="0"/>
            <a:alphaOff val="0"/>
          </a:schemeClr>
        </a:solidFill>
        <a:ln>
          <a:noFill/>
        </a:ln>
        <a:effectLst>
          <a:outerShdw blurRad="38100" dist="25400" dir="2700000" algn="br" rotWithShape="0">
            <a:srgbClr val="000000">
              <a:alpha val="60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359366" tIns="53340" rIns="53340" bIns="53340" numCol="1" spcCol="1270" anchor="ctr" anchorCtr="0">
          <a:noAutofit/>
        </a:bodyPr>
        <a:lstStyle/>
        <a:p>
          <a:pPr marL="0" lvl="0" indent="0" algn="l" defTabSz="933450">
            <a:lnSpc>
              <a:spcPct val="90000"/>
            </a:lnSpc>
            <a:spcBef>
              <a:spcPct val="0"/>
            </a:spcBef>
            <a:spcAft>
              <a:spcPct val="35000"/>
            </a:spcAft>
            <a:buSzTx/>
            <a:buFont typeface="Wingdings" panose="05000000000000000000" pitchFamily="2" charset="2"/>
            <a:buNone/>
          </a:pPr>
          <a:r>
            <a:rPr lang="en-US" altLang="en-US" sz="2100" kern="1200" dirty="0">
              <a:latin typeface="Times New Roman" panose="02020603050405020304" pitchFamily="18" charset="0"/>
              <a:cs typeface="Times New Roman" panose="02020603050405020304" pitchFamily="18" charset="0"/>
            </a:rPr>
            <a:t>To study party performance, vote share, and seat dominance.</a:t>
          </a:r>
          <a:endParaRPr lang="en-US" sz="2100" kern="1200" dirty="0"/>
        </a:p>
      </dsp:txBody>
      <dsp:txXfrm>
        <a:off x="668006" y="905126"/>
        <a:ext cx="9168974" cy="452744"/>
      </dsp:txXfrm>
    </dsp:sp>
    <dsp:sp modelId="{35AD9237-9DF6-4B53-A8A8-0C110FF9736A}">
      <dsp:nvSpPr>
        <dsp:cNvPr id="0" name=""/>
        <dsp:cNvSpPr/>
      </dsp:nvSpPr>
      <dsp:spPr>
        <a:xfrm>
          <a:off x="385041" y="848533"/>
          <a:ext cx="565930" cy="565930"/>
        </a:xfrm>
        <a:prstGeom prst="ellipse">
          <a:avLst/>
        </a:prstGeom>
        <a:solidFill>
          <a:schemeClr val="lt1">
            <a:hueOff val="0"/>
            <a:satOff val="0"/>
            <a:lumOff val="0"/>
            <a:alphaOff val="0"/>
          </a:schemeClr>
        </a:solidFill>
        <a:ln>
          <a:noFill/>
        </a:ln>
        <a:effectLst/>
        <a:scene3d>
          <a:camera prst="orthographicFront">
            <a:rot lat="0" lon="0" rev="0"/>
          </a:camera>
          <a:lightRig rig="contrasting" dir="t">
            <a:rot lat="0" lon="0" rev="1200000"/>
          </a:lightRig>
        </a:scene3d>
        <a:sp3d z="300000" contourW="12700" prstMaterial="flat">
          <a:bevelT w="177800" h="254000"/>
          <a:bevelB w="152400"/>
        </a:sp3d>
      </dsp:spPr>
      <dsp:style>
        <a:lnRef idx="0">
          <a:scrgbClr r="0" g="0" b="0"/>
        </a:lnRef>
        <a:fillRef idx="1">
          <a:scrgbClr r="0" g="0" b="0"/>
        </a:fillRef>
        <a:effectRef idx="0">
          <a:scrgbClr r="0" g="0" b="0"/>
        </a:effectRef>
        <a:fontRef idx="minor"/>
      </dsp:style>
    </dsp:sp>
    <dsp:sp modelId="{888176E3-39A2-4255-B9ED-4EFA8A5BA244}">
      <dsp:nvSpPr>
        <dsp:cNvPr id="0" name=""/>
        <dsp:cNvSpPr/>
      </dsp:nvSpPr>
      <dsp:spPr>
        <a:xfrm>
          <a:off x="767578" y="1584025"/>
          <a:ext cx="9069402" cy="452744"/>
        </a:xfrm>
        <a:prstGeom prst="rect">
          <a:avLst/>
        </a:prstGeom>
        <a:solidFill>
          <a:schemeClr val="accent1">
            <a:hueOff val="0"/>
            <a:satOff val="0"/>
            <a:lumOff val="0"/>
            <a:alphaOff val="0"/>
          </a:schemeClr>
        </a:solidFill>
        <a:ln>
          <a:noFill/>
        </a:ln>
        <a:effectLst>
          <a:outerShdw blurRad="38100" dist="25400" dir="2700000" algn="br" rotWithShape="0">
            <a:srgbClr val="000000">
              <a:alpha val="60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359366" tIns="53340" rIns="53340" bIns="53340" numCol="1" spcCol="1270" anchor="ctr" anchorCtr="0">
          <a:noAutofit/>
        </a:bodyPr>
        <a:lstStyle/>
        <a:p>
          <a:pPr marL="0" lvl="0" indent="0" algn="l" defTabSz="933450">
            <a:lnSpc>
              <a:spcPct val="90000"/>
            </a:lnSpc>
            <a:spcBef>
              <a:spcPct val="0"/>
            </a:spcBef>
            <a:spcAft>
              <a:spcPct val="35000"/>
            </a:spcAft>
            <a:buSzTx/>
            <a:buFont typeface="Wingdings" panose="05000000000000000000" pitchFamily="2" charset="2"/>
            <a:buNone/>
          </a:pPr>
          <a:r>
            <a:rPr lang="en-US" altLang="en-US" sz="2100" kern="1200" dirty="0">
              <a:latin typeface="Times New Roman" panose="02020603050405020304" pitchFamily="18" charset="0"/>
              <a:cs typeface="Times New Roman" panose="02020603050405020304" pitchFamily="18" charset="0"/>
            </a:rPr>
            <a:t>To understand voter turnout and gender representation.</a:t>
          </a:r>
          <a:endParaRPr lang="en-US" sz="2100" kern="1200" dirty="0"/>
        </a:p>
      </dsp:txBody>
      <dsp:txXfrm>
        <a:off x="767578" y="1584025"/>
        <a:ext cx="9069402" cy="452744"/>
      </dsp:txXfrm>
    </dsp:sp>
    <dsp:sp modelId="{39B2BD37-2401-4B13-95C4-9B8034E45501}">
      <dsp:nvSpPr>
        <dsp:cNvPr id="0" name=""/>
        <dsp:cNvSpPr/>
      </dsp:nvSpPr>
      <dsp:spPr>
        <a:xfrm>
          <a:off x="484613" y="1527432"/>
          <a:ext cx="565930" cy="565930"/>
        </a:xfrm>
        <a:prstGeom prst="ellipse">
          <a:avLst/>
        </a:prstGeom>
        <a:solidFill>
          <a:schemeClr val="lt1">
            <a:hueOff val="0"/>
            <a:satOff val="0"/>
            <a:lumOff val="0"/>
            <a:alphaOff val="0"/>
          </a:schemeClr>
        </a:solidFill>
        <a:ln>
          <a:noFill/>
        </a:ln>
        <a:effectLst/>
        <a:scene3d>
          <a:camera prst="orthographicFront">
            <a:rot lat="0" lon="0" rev="0"/>
          </a:camera>
          <a:lightRig rig="contrasting" dir="t">
            <a:rot lat="0" lon="0" rev="1200000"/>
          </a:lightRig>
        </a:scene3d>
        <a:sp3d z="300000" contourW="12700" prstMaterial="flat">
          <a:bevelT w="177800" h="254000"/>
          <a:bevelB w="152400"/>
        </a:sp3d>
      </dsp:spPr>
      <dsp:style>
        <a:lnRef idx="0">
          <a:scrgbClr r="0" g="0" b="0"/>
        </a:lnRef>
        <a:fillRef idx="1">
          <a:scrgbClr r="0" g="0" b="0"/>
        </a:fillRef>
        <a:effectRef idx="0">
          <a:scrgbClr r="0" g="0" b="0"/>
        </a:effectRef>
        <a:fontRef idx="minor"/>
      </dsp:style>
    </dsp:sp>
    <dsp:sp modelId="{DE692340-F96D-4D48-AF8F-FD22CEF142F8}">
      <dsp:nvSpPr>
        <dsp:cNvPr id="0" name=""/>
        <dsp:cNvSpPr/>
      </dsp:nvSpPr>
      <dsp:spPr>
        <a:xfrm>
          <a:off x="668006" y="2262925"/>
          <a:ext cx="9168974" cy="452744"/>
        </a:xfrm>
        <a:prstGeom prst="rect">
          <a:avLst/>
        </a:prstGeom>
        <a:solidFill>
          <a:schemeClr val="accent1">
            <a:hueOff val="0"/>
            <a:satOff val="0"/>
            <a:lumOff val="0"/>
            <a:alphaOff val="0"/>
          </a:schemeClr>
        </a:solidFill>
        <a:ln>
          <a:noFill/>
        </a:ln>
        <a:effectLst>
          <a:outerShdw blurRad="38100" dist="25400" dir="2700000" algn="br" rotWithShape="0">
            <a:srgbClr val="000000">
              <a:alpha val="60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359366" tIns="53340" rIns="53340" bIns="53340" numCol="1" spcCol="1270" anchor="ctr" anchorCtr="0">
          <a:noAutofit/>
        </a:bodyPr>
        <a:lstStyle/>
        <a:p>
          <a:pPr marL="0" lvl="0" indent="0" algn="l" defTabSz="933450">
            <a:lnSpc>
              <a:spcPct val="90000"/>
            </a:lnSpc>
            <a:spcBef>
              <a:spcPct val="0"/>
            </a:spcBef>
            <a:spcAft>
              <a:spcPct val="35000"/>
            </a:spcAft>
            <a:buSzTx/>
            <a:buFont typeface="Wingdings" panose="05000000000000000000" pitchFamily="2" charset="2"/>
            <a:buNone/>
          </a:pPr>
          <a:r>
            <a:rPr lang="en-US" altLang="en-US" sz="2100" kern="1200" dirty="0">
              <a:latin typeface="Times New Roman" panose="02020603050405020304" pitchFamily="18" charset="0"/>
              <a:cs typeface="Times New Roman" panose="02020603050405020304" pitchFamily="18" charset="0"/>
            </a:rPr>
            <a:t>To analyze electoral competitiveness using victory margin and winner strength.</a:t>
          </a:r>
          <a:endParaRPr lang="en-US" sz="2100" kern="1200" dirty="0"/>
        </a:p>
      </dsp:txBody>
      <dsp:txXfrm>
        <a:off x="668006" y="2262925"/>
        <a:ext cx="9168974" cy="452744"/>
      </dsp:txXfrm>
    </dsp:sp>
    <dsp:sp modelId="{90191CF9-457D-4D46-83E5-B854A515BBD0}">
      <dsp:nvSpPr>
        <dsp:cNvPr id="0" name=""/>
        <dsp:cNvSpPr/>
      </dsp:nvSpPr>
      <dsp:spPr>
        <a:xfrm>
          <a:off x="385041" y="2206332"/>
          <a:ext cx="565930" cy="565930"/>
        </a:xfrm>
        <a:prstGeom prst="ellipse">
          <a:avLst/>
        </a:prstGeom>
        <a:solidFill>
          <a:schemeClr val="lt1">
            <a:hueOff val="0"/>
            <a:satOff val="0"/>
            <a:lumOff val="0"/>
            <a:alphaOff val="0"/>
          </a:schemeClr>
        </a:solidFill>
        <a:ln>
          <a:noFill/>
        </a:ln>
        <a:effectLst/>
        <a:scene3d>
          <a:camera prst="orthographicFront">
            <a:rot lat="0" lon="0" rev="0"/>
          </a:camera>
          <a:lightRig rig="contrasting" dir="t">
            <a:rot lat="0" lon="0" rev="1200000"/>
          </a:lightRig>
        </a:scene3d>
        <a:sp3d z="300000" contourW="12700" prstMaterial="flat">
          <a:bevelT w="177800" h="254000"/>
          <a:bevelB w="152400"/>
        </a:sp3d>
      </dsp:spPr>
      <dsp:style>
        <a:lnRef idx="0">
          <a:scrgbClr r="0" g="0" b="0"/>
        </a:lnRef>
        <a:fillRef idx="1">
          <a:scrgbClr r="0" g="0" b="0"/>
        </a:fillRef>
        <a:effectRef idx="0">
          <a:scrgbClr r="0" g="0" b="0"/>
        </a:effectRef>
        <a:fontRef idx="minor"/>
      </dsp:style>
    </dsp:sp>
    <dsp:sp modelId="{0CF915A4-EDF1-452B-BF5F-C3BD602A78EC}">
      <dsp:nvSpPr>
        <dsp:cNvPr id="0" name=""/>
        <dsp:cNvSpPr/>
      </dsp:nvSpPr>
      <dsp:spPr>
        <a:xfrm>
          <a:off x="343583" y="2941824"/>
          <a:ext cx="9493397" cy="452744"/>
        </a:xfrm>
        <a:prstGeom prst="rect">
          <a:avLst/>
        </a:prstGeom>
        <a:solidFill>
          <a:schemeClr val="accent1">
            <a:hueOff val="0"/>
            <a:satOff val="0"/>
            <a:lumOff val="0"/>
            <a:alphaOff val="0"/>
          </a:schemeClr>
        </a:solidFill>
        <a:ln>
          <a:noFill/>
        </a:ln>
        <a:effectLst>
          <a:outerShdw blurRad="38100" dist="25400" dir="2700000" algn="br" rotWithShape="0">
            <a:srgbClr val="000000">
              <a:alpha val="60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359366" tIns="53340" rIns="53340" bIns="53340" numCol="1" spcCol="1270" anchor="ctr" anchorCtr="0">
          <a:noAutofit/>
        </a:bodyPr>
        <a:lstStyle/>
        <a:p>
          <a:pPr marL="0" lvl="0" indent="0" algn="l" defTabSz="933450">
            <a:lnSpc>
              <a:spcPct val="90000"/>
            </a:lnSpc>
            <a:spcBef>
              <a:spcPct val="0"/>
            </a:spcBef>
            <a:spcAft>
              <a:spcPct val="35000"/>
            </a:spcAft>
            <a:buNone/>
          </a:pPr>
          <a:r>
            <a:rPr lang="en-US" altLang="en-US" sz="2100" kern="1200" dirty="0">
              <a:latin typeface="Times New Roman" panose="02020603050405020304" pitchFamily="18" charset="0"/>
              <a:cs typeface="Times New Roman" panose="02020603050405020304" pitchFamily="18" charset="0"/>
            </a:rPr>
            <a:t>To present insights through interactive and user-friendly dashboards.</a:t>
          </a:r>
          <a:endParaRPr lang="en-US" sz="2100" kern="1200" dirty="0"/>
        </a:p>
      </dsp:txBody>
      <dsp:txXfrm>
        <a:off x="343583" y="2941824"/>
        <a:ext cx="9493397" cy="452744"/>
      </dsp:txXfrm>
    </dsp:sp>
    <dsp:sp modelId="{34B541B1-201E-4E6B-9CA4-63FB4AE60289}">
      <dsp:nvSpPr>
        <dsp:cNvPr id="0" name=""/>
        <dsp:cNvSpPr/>
      </dsp:nvSpPr>
      <dsp:spPr>
        <a:xfrm>
          <a:off x="60618" y="2885231"/>
          <a:ext cx="565930" cy="565930"/>
        </a:xfrm>
        <a:prstGeom prst="ellipse">
          <a:avLst/>
        </a:prstGeom>
        <a:solidFill>
          <a:schemeClr val="lt1">
            <a:hueOff val="0"/>
            <a:satOff val="0"/>
            <a:lumOff val="0"/>
            <a:alphaOff val="0"/>
          </a:schemeClr>
        </a:solidFill>
        <a:ln>
          <a:noFill/>
        </a:ln>
        <a:effectLst/>
        <a:scene3d>
          <a:camera prst="orthographicFront">
            <a:rot lat="0" lon="0" rev="0"/>
          </a:camera>
          <a:lightRig rig="contrasting" dir="t">
            <a:rot lat="0" lon="0" rev="1200000"/>
          </a:lightRig>
        </a:scene3d>
        <a:sp3d z="300000" contourW="12700" prstMaterial="flat">
          <a:bevelT w="177800" h="254000"/>
          <a:bevelB w="152400"/>
        </a:sp3d>
      </dsp:spPr>
      <dsp:style>
        <a:lnRef idx="0">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1D3FCE-0E75-46B0-93A7-9063FBA550E3}">
      <dsp:nvSpPr>
        <dsp:cNvPr id="0" name=""/>
        <dsp:cNvSpPr/>
      </dsp:nvSpPr>
      <dsp:spPr>
        <a:xfrm>
          <a:off x="6909" y="5528"/>
          <a:ext cx="638546" cy="638546"/>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300464F-C243-4502-ADE1-9CE2B8275FA8}">
      <dsp:nvSpPr>
        <dsp:cNvPr id="0" name=""/>
        <dsp:cNvSpPr/>
      </dsp:nvSpPr>
      <dsp:spPr>
        <a:xfrm>
          <a:off x="70764" y="69383"/>
          <a:ext cx="510837" cy="510837"/>
        </a:xfrm>
        <a:prstGeom prst="chord">
          <a:avLst>
            <a:gd name="adj1" fmla="val 1800000"/>
            <a:gd name="adj2" fmla="val 9000000"/>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76DCEBC-53E7-4B40-9C6A-A550F853859D}">
      <dsp:nvSpPr>
        <dsp:cNvPr id="0" name=""/>
        <dsp:cNvSpPr/>
      </dsp:nvSpPr>
      <dsp:spPr>
        <a:xfrm>
          <a:off x="778486" y="5528"/>
          <a:ext cx="1889033" cy="638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50800" rIns="50800" bIns="50800" numCol="1" spcCol="1270" anchor="b" anchorCtr="0">
          <a:noAutofit/>
        </a:bodyPr>
        <a:lstStyle/>
        <a:p>
          <a:pPr marL="0" lvl="0" indent="0" algn="l" defTabSz="889000">
            <a:lnSpc>
              <a:spcPct val="90000"/>
            </a:lnSpc>
            <a:spcBef>
              <a:spcPct val="0"/>
            </a:spcBef>
            <a:spcAft>
              <a:spcPct val="35000"/>
            </a:spcAft>
            <a:buNone/>
          </a:pPr>
          <a:r>
            <a:rPr lang="en-US" sz="2000" kern="1200" dirty="0">
              <a:latin typeface="Times New Roman" panose="02020603050405020304" pitchFamily="18" charset="0"/>
              <a:cs typeface="Times New Roman" panose="02020603050405020304" pitchFamily="18" charset="0"/>
            </a:rPr>
            <a:t>Milestone 1</a:t>
          </a:r>
        </a:p>
      </dsp:txBody>
      <dsp:txXfrm>
        <a:off x="778486" y="5528"/>
        <a:ext cx="1889033" cy="638546"/>
      </dsp:txXfrm>
    </dsp:sp>
    <dsp:sp modelId="{7148B4DE-18DB-48B1-A729-3DFA80CB6049}">
      <dsp:nvSpPr>
        <dsp:cNvPr id="0" name=""/>
        <dsp:cNvSpPr/>
      </dsp:nvSpPr>
      <dsp:spPr>
        <a:xfrm>
          <a:off x="2800550" y="0"/>
          <a:ext cx="638546" cy="638546"/>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1032BD3-14C3-4931-BB01-E77876CEB518}">
      <dsp:nvSpPr>
        <dsp:cNvPr id="0" name=""/>
        <dsp:cNvSpPr/>
      </dsp:nvSpPr>
      <dsp:spPr>
        <a:xfrm>
          <a:off x="2864404" y="63854"/>
          <a:ext cx="510837" cy="510837"/>
        </a:xfrm>
        <a:prstGeom prst="chord">
          <a:avLst>
            <a:gd name="adj1" fmla="val 0"/>
            <a:gd name="adj2" fmla="val 10800000"/>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6FAFA85-E36C-450C-8CB4-E7FF20BFDF46}">
      <dsp:nvSpPr>
        <dsp:cNvPr id="0" name=""/>
        <dsp:cNvSpPr/>
      </dsp:nvSpPr>
      <dsp:spPr>
        <a:xfrm>
          <a:off x="3572127" y="0"/>
          <a:ext cx="1889033" cy="638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50800" rIns="50800" bIns="50800" numCol="1" spcCol="1270" anchor="b" anchorCtr="0">
          <a:noAutofit/>
        </a:bodyPr>
        <a:lstStyle/>
        <a:p>
          <a:pPr marL="0" lvl="0" indent="0" algn="l" defTabSz="889000">
            <a:lnSpc>
              <a:spcPct val="90000"/>
            </a:lnSpc>
            <a:spcBef>
              <a:spcPct val="0"/>
            </a:spcBef>
            <a:spcAft>
              <a:spcPct val="35000"/>
            </a:spcAft>
            <a:buNone/>
          </a:pPr>
          <a:r>
            <a:rPr lang="en-US" sz="2000" kern="1200" dirty="0">
              <a:latin typeface="Times New Roman" panose="02020603050405020304" pitchFamily="18" charset="0"/>
              <a:cs typeface="Times New Roman" panose="02020603050405020304" pitchFamily="18" charset="0"/>
            </a:rPr>
            <a:t>Milestone 2</a:t>
          </a:r>
        </a:p>
      </dsp:txBody>
      <dsp:txXfrm>
        <a:off x="3572127" y="0"/>
        <a:ext cx="1889033" cy="638546"/>
      </dsp:txXfrm>
    </dsp:sp>
    <dsp:sp modelId="{0DF9629D-4207-4EC6-8E07-EBCBE12B14A2}">
      <dsp:nvSpPr>
        <dsp:cNvPr id="0" name=""/>
        <dsp:cNvSpPr/>
      </dsp:nvSpPr>
      <dsp:spPr>
        <a:xfrm>
          <a:off x="5594190" y="0"/>
          <a:ext cx="638546" cy="638546"/>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A4B00A-382D-4C5C-8617-F921CBBFFBEE}">
      <dsp:nvSpPr>
        <dsp:cNvPr id="0" name=""/>
        <dsp:cNvSpPr/>
      </dsp:nvSpPr>
      <dsp:spPr>
        <a:xfrm>
          <a:off x="5658045" y="63854"/>
          <a:ext cx="510837" cy="510837"/>
        </a:xfrm>
        <a:prstGeom prst="chord">
          <a:avLst>
            <a:gd name="adj1" fmla="val 19800000"/>
            <a:gd name="adj2" fmla="val 12600000"/>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682BF9E-CA7B-4924-B172-8883062764CA}">
      <dsp:nvSpPr>
        <dsp:cNvPr id="0" name=""/>
        <dsp:cNvSpPr/>
      </dsp:nvSpPr>
      <dsp:spPr>
        <a:xfrm>
          <a:off x="6365767" y="0"/>
          <a:ext cx="1889033" cy="638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50800" rIns="50800" bIns="50800" numCol="1" spcCol="1270" anchor="b" anchorCtr="0">
          <a:noAutofit/>
        </a:bodyPr>
        <a:lstStyle/>
        <a:p>
          <a:pPr marL="0" lvl="0" indent="0" algn="l" defTabSz="889000">
            <a:lnSpc>
              <a:spcPct val="90000"/>
            </a:lnSpc>
            <a:spcBef>
              <a:spcPct val="0"/>
            </a:spcBef>
            <a:spcAft>
              <a:spcPct val="35000"/>
            </a:spcAft>
            <a:buNone/>
          </a:pPr>
          <a:r>
            <a:rPr lang="en-US" sz="2000" kern="1200" dirty="0">
              <a:latin typeface="Times New Roman" panose="02020603050405020304" pitchFamily="18" charset="0"/>
              <a:cs typeface="Times New Roman" panose="02020603050405020304" pitchFamily="18" charset="0"/>
            </a:rPr>
            <a:t>Milestone 3</a:t>
          </a:r>
        </a:p>
      </dsp:txBody>
      <dsp:txXfrm>
        <a:off x="6365767" y="0"/>
        <a:ext cx="1889033" cy="638546"/>
      </dsp:txXfrm>
    </dsp:sp>
    <dsp:sp modelId="{6B8A36B7-C320-475C-947F-87126CF680F0}">
      <dsp:nvSpPr>
        <dsp:cNvPr id="0" name=""/>
        <dsp:cNvSpPr/>
      </dsp:nvSpPr>
      <dsp:spPr>
        <a:xfrm>
          <a:off x="8387831" y="0"/>
          <a:ext cx="638546" cy="638546"/>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D84DF8E-E513-42E3-99E6-6D46B990BB89}">
      <dsp:nvSpPr>
        <dsp:cNvPr id="0" name=""/>
        <dsp:cNvSpPr/>
      </dsp:nvSpPr>
      <dsp:spPr>
        <a:xfrm>
          <a:off x="8451686" y="63854"/>
          <a:ext cx="510837" cy="510837"/>
        </a:xfrm>
        <a:prstGeom prst="chord">
          <a:avLst>
            <a:gd name="adj1" fmla="val 16200000"/>
            <a:gd name="adj2" fmla="val 16200000"/>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1B1A41E-5427-4EBA-85DD-28AA14DC863E}">
      <dsp:nvSpPr>
        <dsp:cNvPr id="0" name=""/>
        <dsp:cNvSpPr/>
      </dsp:nvSpPr>
      <dsp:spPr>
        <a:xfrm>
          <a:off x="9159408" y="0"/>
          <a:ext cx="1889033" cy="638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8900" tIns="88900" rIns="88900" bIns="88900" numCol="1" spcCol="1270" anchor="b" anchorCtr="0">
          <a:noAutofit/>
        </a:bodyPr>
        <a:lstStyle/>
        <a:p>
          <a:pPr marL="0" lvl="0" indent="0" algn="l" defTabSz="1555750">
            <a:lnSpc>
              <a:spcPct val="90000"/>
            </a:lnSpc>
            <a:spcBef>
              <a:spcPct val="0"/>
            </a:spcBef>
            <a:spcAft>
              <a:spcPct val="35000"/>
            </a:spcAft>
            <a:buNone/>
          </a:pPr>
          <a:endParaRPr lang="en-US" sz="3500" kern="1200"/>
        </a:p>
      </dsp:txBody>
      <dsp:txXfrm>
        <a:off x="9159408" y="0"/>
        <a:ext cx="1889033" cy="638546"/>
      </dsp:txXfrm>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2.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D03EFA-45DC-4478-A438-ADCC95FE57AE}" type="datetimeFigureOut">
              <a:rPr lang="en-US" smtClean="0"/>
              <a:t>2/10/2026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6644695-521A-4E99-B0A8-158AB6562DCA}" type="slidenum">
              <a:rPr lang="en-US" smtClean="0"/>
              <a:t>‹#›</a:t>
            </a:fld>
            <a:endParaRPr lang="en-US"/>
          </a:p>
        </p:txBody>
      </p:sp>
    </p:spTree>
    <p:extLst>
      <p:ext uri="{BB962C8B-B14F-4D97-AF65-F5344CB8AC3E}">
        <p14:creationId xmlns:p14="http://schemas.microsoft.com/office/powerpoint/2010/main" val="19325790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6644695-521A-4E99-B0A8-158AB6562DCA}" type="slidenum">
              <a:rPr lang="en-US" smtClean="0"/>
              <a:t>7</a:t>
            </a:fld>
            <a:endParaRPr lang="en-US"/>
          </a:p>
        </p:txBody>
      </p:sp>
    </p:spTree>
    <p:extLst>
      <p:ext uri="{BB962C8B-B14F-4D97-AF65-F5344CB8AC3E}">
        <p14:creationId xmlns:p14="http://schemas.microsoft.com/office/powerpoint/2010/main" val="11639549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9E3965E-AC41-4711-9D10-E25ABB132D86}"/>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90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645152"/>
            <a:ext cx="10058400" cy="1143000"/>
          </a:xfrm>
        </p:spPr>
        <p:txBody>
          <a:bodyPr lIns="91440" rIns="91440">
            <a:normAutofit/>
          </a:bodyPr>
          <a:lstStyle>
            <a:lvl1pPr marL="0" indent="0" algn="l">
              <a:buNone/>
              <a:defRPr sz="2400" cap="all" spc="200" baseline="0">
                <a:solidFill>
                  <a:schemeClr val="tx1"/>
                </a:solidFill>
                <a:latin typeface="+mn-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cxnSp>
        <p:nvCxnSpPr>
          <p:cNvPr id="9" name="Straight Connector 8">
            <a:extLst>
              <a:ext uri="{FF2B5EF4-FFF2-40B4-BE49-F238E27FC236}">
                <a16:creationId xmlns:a16="http://schemas.microsoft.com/office/drawing/2014/main" id="{1F5DC8C3-BA5F-4EED-BB9A-A14272BD82A1}"/>
              </a:ext>
            </a:extLst>
          </p:cNvPr>
          <p:cNvCxnSpPr/>
          <p:nvPr/>
        </p:nvCxnSpPr>
        <p:spPr>
          <a:xfrm>
            <a:off x="1207658" y="4474741"/>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4" name="Date Placeholder 3">
            <a:extLst>
              <a:ext uri="{FF2B5EF4-FFF2-40B4-BE49-F238E27FC236}">
                <a16:creationId xmlns:a16="http://schemas.microsoft.com/office/drawing/2014/main" id="{9925CCF1-92C0-4AF3-BFAF-4921631915AB}"/>
              </a:ext>
            </a:extLst>
          </p:cNvPr>
          <p:cNvSpPr>
            <a:spLocks noGrp="1"/>
          </p:cNvSpPr>
          <p:nvPr>
            <p:ph type="dt" sz="half" idx="10"/>
          </p:nvPr>
        </p:nvSpPr>
        <p:spPr/>
        <p:txBody>
          <a:bodyPr/>
          <a:lstStyle/>
          <a:p>
            <a:fld id="{9184DA70-C731-4C70-880D-CCD4705E623C}" type="datetime1">
              <a:rPr lang="en-US" smtClean="0"/>
              <a:t>2/10/2026</a:t>
            </a:fld>
            <a:endParaRPr lang="en-US" dirty="0"/>
          </a:p>
        </p:txBody>
      </p:sp>
      <p:sp>
        <p:nvSpPr>
          <p:cNvPr id="5" name="Footer Placeholder 4">
            <a:extLst>
              <a:ext uri="{FF2B5EF4-FFF2-40B4-BE49-F238E27FC236}">
                <a16:creationId xmlns:a16="http://schemas.microsoft.com/office/drawing/2014/main" id="{051A78A9-3DFF-4937-A9F2-5D8CF495F36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FAEB271-5CC0-4759-BC6E-8BE53AB227C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272251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354D8B55-9EA8-4B81-8E84-9B93B0A27559}"/>
              </a:ext>
            </a:extLst>
          </p:cNvPr>
          <p:cNvSpPr>
            <a:spLocks noGrp="1"/>
          </p:cNvSpPr>
          <p:nvPr>
            <p:ph type="dt" sz="half" idx="10"/>
          </p:nvPr>
        </p:nvSpPr>
        <p:spPr/>
        <p:txBody>
          <a:bodyPr/>
          <a:lstStyle/>
          <a:p>
            <a:fld id="{4BE1D723-8F53-4F53-90B0-1982A396982E}" type="datetime1">
              <a:rPr lang="en-US" smtClean="0"/>
              <a:t>2/10/2026</a:t>
            </a:fld>
            <a:endParaRPr lang="en-US" dirty="0"/>
          </a:p>
        </p:txBody>
      </p:sp>
      <p:sp>
        <p:nvSpPr>
          <p:cNvPr id="8" name="Footer Placeholder 7">
            <a:extLst>
              <a:ext uri="{FF2B5EF4-FFF2-40B4-BE49-F238E27FC236}">
                <a16:creationId xmlns:a16="http://schemas.microsoft.com/office/drawing/2014/main" id="{062CA021-2578-47CB-822C-BDDFF7223B28}"/>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4AAB51D-4141-4682-9375-DAFD5FB9DD1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520101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585C21A-8B93-4657-B5DF-7EAEAD3BE127}"/>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97280" y="758952"/>
            <a:ext cx="10058400" cy="3566160"/>
          </a:xfrm>
        </p:spPr>
        <p:txBody>
          <a:bodyPr anchor="b" anchorCtr="0">
            <a:normAutofit/>
          </a:bodyPr>
          <a:lstStyle>
            <a:lvl1pPr>
              <a:lnSpc>
                <a:spcPct val="90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663440"/>
            <a:ext cx="10058400" cy="1143000"/>
          </a:xfrm>
        </p:spPr>
        <p:txBody>
          <a:bodyPr lIns="91440" rIns="91440" anchor="t" anchorCtr="0">
            <a:normAutofit/>
          </a:bodyPr>
          <a:lstStyle>
            <a:lvl1pPr marL="0" indent="0">
              <a:buNone/>
              <a:defRPr sz="2400" cap="all" spc="200" baseline="0">
                <a:solidFill>
                  <a:schemeClr val="tx1"/>
                </a:solidFill>
                <a:latin typeface="+mn-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cxnSp>
        <p:nvCxnSpPr>
          <p:cNvPr id="9" name="Straight Connector 8">
            <a:extLst>
              <a:ext uri="{FF2B5EF4-FFF2-40B4-BE49-F238E27FC236}">
                <a16:creationId xmlns:a16="http://schemas.microsoft.com/office/drawing/2014/main" id="{459DE2C1-4C52-40A3-8959-27B2C1BEBFF6}"/>
              </a:ext>
            </a:extLst>
          </p:cNvPr>
          <p:cNvCxnSpPr/>
          <p:nvPr/>
        </p:nvCxnSpPr>
        <p:spPr>
          <a:xfrm>
            <a:off x="1207658" y="4485132"/>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7" name="Date Placeholder 6">
            <a:extLst>
              <a:ext uri="{FF2B5EF4-FFF2-40B4-BE49-F238E27FC236}">
                <a16:creationId xmlns:a16="http://schemas.microsoft.com/office/drawing/2014/main" id="{AAF2E137-EC28-48F8-9198-1F02539029B6}"/>
              </a:ext>
            </a:extLst>
          </p:cNvPr>
          <p:cNvSpPr>
            <a:spLocks noGrp="1"/>
          </p:cNvSpPr>
          <p:nvPr>
            <p:ph type="dt" sz="half" idx="10"/>
          </p:nvPr>
        </p:nvSpPr>
        <p:spPr/>
        <p:txBody>
          <a:bodyPr/>
          <a:lstStyle/>
          <a:p>
            <a:fld id="{97669AF7-7BEB-44E4-9852-375E34362B5B}" type="datetime1">
              <a:rPr lang="en-US" smtClean="0"/>
              <a:t>2/10/2026</a:t>
            </a:fld>
            <a:endParaRPr lang="en-US" dirty="0"/>
          </a:p>
        </p:txBody>
      </p:sp>
      <p:sp>
        <p:nvSpPr>
          <p:cNvPr id="8" name="Footer Placeholder 7">
            <a:extLst>
              <a:ext uri="{FF2B5EF4-FFF2-40B4-BE49-F238E27FC236}">
                <a16:creationId xmlns:a16="http://schemas.microsoft.com/office/drawing/2014/main" id="{189422CD-6F62-4DD6-89EF-07A60B42D219}"/>
              </a:ext>
            </a:extLst>
          </p:cNvPr>
          <p:cNvSpPr>
            <a:spLocks noGrp="1"/>
          </p:cNvSpPr>
          <p:nvPr>
            <p:ph type="ftr" sz="quarter" idx="11"/>
          </p:nvPr>
        </p:nvSpPr>
        <p:spPr/>
        <p:txBody>
          <a:bodyPr/>
          <a:lstStyle/>
          <a:p>
            <a:endParaRPr lang="en-US" dirty="0"/>
          </a:p>
        </p:txBody>
      </p:sp>
      <p:sp>
        <p:nvSpPr>
          <p:cNvPr id="11" name="Slide Number Placeholder 10">
            <a:extLst>
              <a:ext uri="{FF2B5EF4-FFF2-40B4-BE49-F238E27FC236}">
                <a16:creationId xmlns:a16="http://schemas.microsoft.com/office/drawing/2014/main" id="{69C6AFF8-42B4-4D05-969B-9F5FB335555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7704017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120900"/>
            <a:ext cx="4639736" cy="37481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515944" y="2120900"/>
            <a:ext cx="4639736" cy="37481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a:extLst>
              <a:ext uri="{FF2B5EF4-FFF2-40B4-BE49-F238E27FC236}">
                <a16:creationId xmlns:a16="http://schemas.microsoft.com/office/drawing/2014/main" id="{5782D47D-B0DC-4C40-BCC6-BBBA32584A38}"/>
              </a:ext>
            </a:extLst>
          </p:cNvPr>
          <p:cNvSpPr>
            <a:spLocks noGrp="1"/>
          </p:cNvSpPr>
          <p:nvPr>
            <p:ph type="dt" sz="half" idx="10"/>
          </p:nvPr>
        </p:nvSpPr>
        <p:spPr/>
        <p:txBody>
          <a:bodyPr/>
          <a:lstStyle/>
          <a:p>
            <a:fld id="{BAAAC38D-0552-4C82-B593-E6124DFADBE2}" type="datetime1">
              <a:rPr lang="en-US" smtClean="0"/>
              <a:t>2/10/2026</a:t>
            </a:fld>
            <a:endParaRPr lang="en-US" dirty="0"/>
          </a:p>
        </p:txBody>
      </p:sp>
      <p:sp>
        <p:nvSpPr>
          <p:cNvPr id="9" name="Footer Placeholder 8">
            <a:extLst>
              <a:ext uri="{FF2B5EF4-FFF2-40B4-BE49-F238E27FC236}">
                <a16:creationId xmlns:a16="http://schemas.microsoft.com/office/drawing/2014/main" id="{4690D34E-7EBD-44B2-83CA-4C126A18D7EF}"/>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2AC511A1-9BBD-42DE-92FB-2AF44F8E97A9}"/>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522313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958274"/>
            <a:ext cx="4639736" cy="29108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15944"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515944" y="2958273"/>
            <a:ext cx="4639736" cy="29108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a:extLst>
              <a:ext uri="{FF2B5EF4-FFF2-40B4-BE49-F238E27FC236}">
                <a16:creationId xmlns:a16="http://schemas.microsoft.com/office/drawing/2014/main" id="{8AF8A515-AA94-45D1-9223-5C2272618D85}"/>
              </a:ext>
            </a:extLst>
          </p:cNvPr>
          <p:cNvSpPr>
            <a:spLocks noGrp="1"/>
          </p:cNvSpPr>
          <p:nvPr>
            <p:ph type="dt" sz="half" idx="10"/>
          </p:nvPr>
        </p:nvSpPr>
        <p:spPr/>
        <p:txBody>
          <a:bodyPr/>
          <a:lstStyle/>
          <a:p>
            <a:fld id="{D9DF0F1C-5577-4ACB-BB62-DF8F3C494C7E}" type="datetime1">
              <a:rPr lang="en-US" smtClean="0"/>
              <a:t>2/10/2026</a:t>
            </a:fld>
            <a:endParaRPr lang="en-US" dirty="0"/>
          </a:p>
        </p:txBody>
      </p:sp>
      <p:sp>
        <p:nvSpPr>
          <p:cNvPr id="11" name="Footer Placeholder 10">
            <a:extLst>
              <a:ext uri="{FF2B5EF4-FFF2-40B4-BE49-F238E27FC236}">
                <a16:creationId xmlns:a16="http://schemas.microsoft.com/office/drawing/2014/main" id="{D052F5BC-98E0-4D60-AD67-9547738B7DD4}"/>
              </a:ext>
            </a:extLst>
          </p:cNvPr>
          <p:cNvSpPr>
            <a:spLocks noGrp="1"/>
          </p:cNvSpPr>
          <p:nvPr>
            <p:ph type="ftr" sz="quarter" idx="11"/>
          </p:nvPr>
        </p:nvSpPr>
        <p:spPr/>
        <p:txBody>
          <a:bodyPr/>
          <a:lstStyle/>
          <a:p>
            <a:endParaRPr lang="en-US" dirty="0"/>
          </a:p>
        </p:txBody>
      </p:sp>
      <p:sp>
        <p:nvSpPr>
          <p:cNvPr id="12" name="Slide Number Placeholder 11">
            <a:extLst>
              <a:ext uri="{FF2B5EF4-FFF2-40B4-BE49-F238E27FC236}">
                <a16:creationId xmlns:a16="http://schemas.microsoft.com/office/drawing/2014/main" id="{A38552DC-952E-41EA-AAAF-C2187523C0B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167755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6" name="Date Placeholder 5">
            <a:extLst>
              <a:ext uri="{FF2B5EF4-FFF2-40B4-BE49-F238E27FC236}">
                <a16:creationId xmlns:a16="http://schemas.microsoft.com/office/drawing/2014/main" id="{7392073F-158F-44A3-8913-917AFFC1BC20}"/>
              </a:ext>
            </a:extLst>
          </p:cNvPr>
          <p:cNvSpPr>
            <a:spLocks noGrp="1"/>
          </p:cNvSpPr>
          <p:nvPr>
            <p:ph type="dt" sz="half" idx="10"/>
          </p:nvPr>
        </p:nvSpPr>
        <p:spPr/>
        <p:txBody>
          <a:bodyPr/>
          <a:lstStyle/>
          <a:p>
            <a:fld id="{1775B394-D9F9-4F0C-B15D-605F45CB9E9F}" type="datetime1">
              <a:rPr lang="en-US" smtClean="0"/>
              <a:t>2/10/2026</a:t>
            </a:fld>
            <a:endParaRPr lang="en-US" dirty="0"/>
          </a:p>
        </p:txBody>
      </p:sp>
      <p:sp>
        <p:nvSpPr>
          <p:cNvPr id="7" name="Footer Placeholder 6">
            <a:extLst>
              <a:ext uri="{FF2B5EF4-FFF2-40B4-BE49-F238E27FC236}">
                <a16:creationId xmlns:a16="http://schemas.microsoft.com/office/drawing/2014/main" id="{EED72207-24CA-42B7-A975-2F8E41CBA904}"/>
              </a:ext>
            </a:extLst>
          </p:cNvPr>
          <p:cNvSpPr>
            <a:spLocks noGrp="1"/>
          </p:cNvSpPr>
          <p:nvPr>
            <p:ph type="ftr" sz="quarter" idx="11"/>
          </p:nvPr>
        </p:nvSpPr>
        <p:spPr/>
        <p:txBody>
          <a:bodyPr/>
          <a:lstStyle/>
          <a:p>
            <a:endParaRPr lang="en-US" dirty="0"/>
          </a:p>
        </p:txBody>
      </p:sp>
      <p:sp>
        <p:nvSpPr>
          <p:cNvPr id="8" name="Slide Number Placeholder 7">
            <a:extLst>
              <a:ext uri="{FF2B5EF4-FFF2-40B4-BE49-F238E27FC236}">
                <a16:creationId xmlns:a16="http://schemas.microsoft.com/office/drawing/2014/main" id="{D01080F2-251A-4B88-9A62-16F46D724F83}"/>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0422601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8E9C91B-7EAD-4562-AB0E-DFB9663AECE3}"/>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Date Placeholder 1">
            <a:extLst>
              <a:ext uri="{FF2B5EF4-FFF2-40B4-BE49-F238E27FC236}">
                <a16:creationId xmlns:a16="http://schemas.microsoft.com/office/drawing/2014/main" id="{94E9223F-721F-47BF-9FD5-0F8D12FF0DE1}"/>
              </a:ext>
            </a:extLst>
          </p:cNvPr>
          <p:cNvSpPr>
            <a:spLocks noGrp="1"/>
          </p:cNvSpPr>
          <p:nvPr>
            <p:ph type="dt" sz="half" idx="10"/>
          </p:nvPr>
        </p:nvSpPr>
        <p:spPr/>
        <p:txBody>
          <a:bodyPr/>
          <a:lstStyle/>
          <a:p>
            <a:fld id="{39667345-2558-425A-8533-9BFDBCE15005}" type="datetime1">
              <a:rPr lang="en-US" smtClean="0"/>
              <a:t>2/10/2026</a:t>
            </a:fld>
            <a:endParaRPr lang="en-US" dirty="0"/>
          </a:p>
        </p:txBody>
      </p:sp>
      <p:sp>
        <p:nvSpPr>
          <p:cNvPr id="3" name="Footer Placeholder 2">
            <a:extLst>
              <a:ext uri="{FF2B5EF4-FFF2-40B4-BE49-F238E27FC236}">
                <a16:creationId xmlns:a16="http://schemas.microsoft.com/office/drawing/2014/main" id="{05915714-6BBA-4593-8591-4E26F7D58D9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BE06F857-D2E1-44DD-ABDD-EBB739645B67}"/>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407235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6D90D66-BCB9-4229-A829-628874352AC0}"/>
              </a:ext>
            </a:extLst>
          </p:cNvPr>
          <p:cNvSpPr/>
          <p:nvPr/>
        </p:nvSpPr>
        <p:spPr>
          <a:xfrm>
            <a:off x="16" y="0"/>
            <a:ext cx="4654296" cy="68580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643466" y="786383"/>
            <a:ext cx="3517567" cy="2093975"/>
          </a:xfrm>
        </p:spPr>
        <p:txBody>
          <a:bodyPr anchor="b">
            <a:normAutofit/>
          </a:bodyPr>
          <a:lstStyle>
            <a:lvl1pPr>
              <a:lnSpc>
                <a:spcPct val="90000"/>
              </a:lnSpc>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5458984" y="812799"/>
            <a:ext cx="5928344" cy="52947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43465" y="3043050"/>
            <a:ext cx="3517567" cy="3064505"/>
          </a:xfrm>
        </p:spPr>
        <p:txBody>
          <a:bodyPr lIns="91440" rIns="91440">
            <a:normAutofit/>
          </a:bodyPr>
          <a:lstStyle>
            <a:lvl1pPr marL="0" indent="0">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643464" y="6446520"/>
            <a:ext cx="3517568" cy="365125"/>
          </a:xfrm>
        </p:spPr>
        <p:txBody>
          <a:bodyPr/>
          <a:lstStyle>
            <a:lvl1pPr algn="l">
              <a:defRPr/>
            </a:lvl1pPr>
          </a:lstStyle>
          <a:p>
            <a:fld id="{92BEA474-078D-4E9B-9B14-09A87B19DC46}" type="datetime1">
              <a:rPr lang="en-US" smtClean="0"/>
              <a:t>2/10/2026</a:t>
            </a:fld>
            <a:endParaRPr lang="en-US" dirty="0"/>
          </a:p>
        </p:txBody>
      </p:sp>
      <p:sp>
        <p:nvSpPr>
          <p:cNvPr id="6" name="Footer Placeholder 5"/>
          <p:cNvSpPr>
            <a:spLocks noGrp="1"/>
          </p:cNvSpPr>
          <p:nvPr>
            <p:ph type="ftr" sz="quarter" idx="11"/>
          </p:nvPr>
        </p:nvSpPr>
        <p:spPr>
          <a:xfrm>
            <a:off x="5458983" y="6446520"/>
            <a:ext cx="5334019" cy="365125"/>
          </a:xfrm>
        </p:spPr>
        <p:txBody>
          <a:bodyPr/>
          <a:lstStyle>
            <a:lvl1pPr algn="l">
              <a:defRPr>
                <a:solidFill>
                  <a:schemeClr val="tx2"/>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4118504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DA134939-39C0-4522-A125-A13DFDA66490}"/>
              </a:ext>
            </a:extLst>
          </p:cNvPr>
          <p:cNvSpPr/>
          <p:nvPr/>
        </p:nvSpPr>
        <p:spPr>
          <a:xfrm>
            <a:off x="0" y="4578350"/>
            <a:ext cx="12188825" cy="227965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Picture Placeholder 2"/>
          <p:cNvSpPr>
            <a:spLocks noGrp="1" noChangeAspect="1"/>
          </p:cNvSpPr>
          <p:nvPr>
            <p:ph type="pic" idx="1"/>
          </p:nvPr>
        </p:nvSpPr>
        <p:spPr>
          <a:xfrm>
            <a:off x="15" y="0"/>
            <a:ext cx="12191985" cy="4578350"/>
          </a:xfrm>
          <a:solidFill>
            <a:schemeClr val="bg1">
              <a:lumMod val="85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1097279" y="4799362"/>
            <a:ext cx="10113645" cy="743682"/>
          </a:xfrm>
        </p:spPr>
        <p:txBody>
          <a:bodyPr tIns="0" bIns="0" anchor="b">
            <a:noAutofit/>
          </a:bodyPr>
          <a:lstStyle>
            <a:lvl1pPr>
              <a:defRPr sz="3600" b="0">
                <a:solidFill>
                  <a:srgbClr val="FFFF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1097279" y="5715000"/>
            <a:ext cx="10113264" cy="609600"/>
          </a:xfrm>
        </p:spPr>
        <p:txBody>
          <a:bodyPr lIns="91440" tIns="0" rIns="91440" bIns="0">
            <a:normAutofit/>
          </a:bodyPr>
          <a:lstStyle>
            <a:lvl1pPr marL="0" indent="0">
              <a:spcBef>
                <a:spcPts val="0"/>
              </a:spcBef>
              <a:spcAft>
                <a:spcPts val="600"/>
              </a:spcAft>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lvl1pPr>
          </a:lstStyle>
          <a:p>
            <a:fld id="{4907D986-8816-4272-A432-0437A28A9828}" type="datetime1">
              <a:rPr lang="en-US" smtClean="0"/>
              <a:t>2/10/2026</a:t>
            </a:fld>
            <a:endParaRPr lang="en-US" dirty="0"/>
          </a:p>
        </p:txBody>
      </p:sp>
      <p:sp>
        <p:nvSpPr>
          <p:cNvPr id="6" name="Footer Placeholder 5"/>
          <p:cNvSpPr>
            <a:spLocks noGrp="1"/>
          </p:cNvSpPr>
          <p:nvPr>
            <p:ph type="ftr" sz="quarter" idx="11"/>
          </p:nvPr>
        </p:nvSpPr>
        <p:spPr>
          <a:xfrm>
            <a:off x="1097279" y="6446838"/>
            <a:ext cx="6818262" cy="365125"/>
          </a:xfrm>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8843989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16A0E3C-60E6-4F39-BC55-5F7C224E1F7C}"/>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2108201"/>
            <a:ext cx="10058400" cy="3760891"/>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218426" y="6446838"/>
            <a:ext cx="2584850" cy="365125"/>
          </a:xfrm>
          <a:prstGeom prst="rect">
            <a:avLst/>
          </a:prstGeom>
        </p:spPr>
        <p:txBody>
          <a:bodyPr vert="horz" lIns="91440" tIns="45720" rIns="91440" bIns="45720" rtlCol="0" anchor="ctr"/>
          <a:lstStyle>
            <a:lvl1pPr algn="r">
              <a:defRPr sz="800">
                <a:solidFill>
                  <a:srgbClr val="FFFFFF"/>
                </a:solidFill>
              </a:defRPr>
            </a:lvl1pPr>
          </a:lstStyle>
          <a:p>
            <a:fld id="{62D6E202-B606-4609-B914-27C9371A1F6D}" type="datetime1">
              <a:rPr lang="en-US" smtClean="0"/>
              <a:t>2/10/2026</a:t>
            </a:fld>
            <a:endParaRPr lang="en-US" dirty="0"/>
          </a:p>
        </p:txBody>
      </p:sp>
      <p:sp>
        <p:nvSpPr>
          <p:cNvPr id="5" name="Footer Placeholder 4"/>
          <p:cNvSpPr>
            <a:spLocks noGrp="1"/>
          </p:cNvSpPr>
          <p:nvPr>
            <p:ph type="ftr" sz="quarter" idx="3"/>
          </p:nvPr>
        </p:nvSpPr>
        <p:spPr>
          <a:xfrm>
            <a:off x="1097279" y="6446838"/>
            <a:ext cx="6818262" cy="365125"/>
          </a:xfrm>
          <a:prstGeom prst="rect">
            <a:avLst/>
          </a:prstGeom>
        </p:spPr>
        <p:txBody>
          <a:bodyPr vert="horz" lIns="91440" tIns="45720" rIns="91440" bIns="45720" rtlCol="0" anchor="ctr"/>
          <a:lstStyle>
            <a:lvl1pPr algn="l">
              <a:defRPr sz="80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10993582" y="6446838"/>
            <a:ext cx="780010" cy="365125"/>
          </a:xfrm>
          <a:prstGeom prst="rect">
            <a:avLst/>
          </a:prstGeom>
        </p:spPr>
        <p:txBody>
          <a:bodyPr vert="horz" lIns="91440" tIns="45720" rIns="91440" bIns="45720" rtlCol="0" anchor="ctr"/>
          <a:lstStyle>
            <a:lvl1pPr algn="l">
              <a:defRPr sz="800">
                <a:solidFill>
                  <a:srgbClr val="FFFFFF"/>
                </a:solidFill>
              </a:defRPr>
            </a:lvl1pPr>
          </a:lstStyle>
          <a:p>
            <a:fld id="{3A98EE3D-8CD1-4C3F-BD1C-C98C9596463C}" type="slidenum">
              <a:rPr lang="en-US" smtClean="0"/>
              <a:t>‹#›</a:t>
            </a:fld>
            <a:endParaRPr lang="en-US" dirty="0"/>
          </a:p>
        </p:txBody>
      </p:sp>
      <p:cxnSp>
        <p:nvCxnSpPr>
          <p:cNvPr id="10" name="Straight Connector 9">
            <a:extLst>
              <a:ext uri="{FF2B5EF4-FFF2-40B4-BE49-F238E27FC236}">
                <a16:creationId xmlns:a16="http://schemas.microsoft.com/office/drawing/2014/main" id="{C5025DAC-8B93-4160-B017-3A274A5828C0}"/>
              </a:ext>
            </a:extLst>
          </p:cNvPr>
          <p:cNvCxnSpPr/>
          <p:nvPr/>
        </p:nvCxnSpPr>
        <p:spPr>
          <a:xfrm>
            <a:off x="1193532" y="1897380"/>
            <a:ext cx="996696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7907085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Lst>
  <p:hf sldNum="0" hdr="0" ftr="0" dt="0"/>
  <p:txStyles>
    <p:titleStyle>
      <a:lvl1pPr algn="l" defTabSz="914400" rtl="0" eaLnBrk="1" latinLnBrk="0" hangingPunct="1">
        <a:lnSpc>
          <a:spcPct val="90000"/>
        </a:lnSpc>
        <a:spcBef>
          <a:spcPct val="0"/>
        </a:spcBef>
        <a:buNone/>
        <a:defRPr sz="4700" i="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110000"/>
        </a:lnSpc>
        <a:spcBef>
          <a:spcPts val="1200"/>
        </a:spcBef>
        <a:spcAft>
          <a:spcPts val="200"/>
        </a:spcAft>
        <a:buClr>
          <a:schemeClr val="accent1"/>
        </a:buClr>
        <a:buSzPct val="100000"/>
        <a:buFont typeface="Calibri" panose="020F0502020204030204" pitchFamily="34" charset="0"/>
        <a:buChar char=" "/>
        <a:defRPr sz="19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100000"/>
        </a:lnSpc>
        <a:spcBef>
          <a:spcPts val="200"/>
        </a:spcBef>
        <a:spcAft>
          <a:spcPts val="400"/>
        </a:spcAft>
        <a:buClrTx/>
        <a:buFont typeface="Calibri" pitchFamily="34" charset="0"/>
        <a:buChar char="◦"/>
        <a:defRPr sz="17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100000"/>
        </a:lnSpc>
        <a:spcBef>
          <a:spcPts val="200"/>
        </a:spcBef>
        <a:spcAft>
          <a:spcPts val="400"/>
        </a:spcAft>
        <a:buClrTx/>
        <a:buFont typeface="Calibri" pitchFamily="34" charset="0"/>
        <a:buChar char="◦"/>
        <a:defRPr sz="13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100000"/>
        </a:lnSpc>
        <a:spcBef>
          <a:spcPts val="200"/>
        </a:spcBef>
        <a:spcAft>
          <a:spcPts val="400"/>
        </a:spcAft>
        <a:buClrTx/>
        <a:buFont typeface="Calibri" pitchFamily="34" charset="0"/>
        <a:buChar char="◦"/>
        <a:defRPr sz="13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100000"/>
        </a:lnSpc>
        <a:spcBef>
          <a:spcPts val="200"/>
        </a:spcBef>
        <a:spcAft>
          <a:spcPts val="400"/>
        </a:spcAft>
        <a:buClrTx/>
        <a:buFont typeface="Calibri" pitchFamily="34" charset="0"/>
        <a:buChar char="◦"/>
        <a:defRPr sz="13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avif"/><Relationship Id="rId2" Type="http://schemas.openxmlformats.org/officeDocument/2006/relationships/slideLayout" Target="../slideLayouts/slideLayout1.xml"/><Relationship Id="rId1" Type="http://schemas.openxmlformats.org/officeDocument/2006/relationships/themeOverride" Target="../theme/themeOverr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A9286AD2-18A9-4868-A4E3-7A2097A208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1" cy="68579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Franklin Gothic Book" panose="020F0502020204030204"/>
              <a:ea typeface="+mn-ea"/>
              <a:cs typeface="+mn-cs"/>
            </a:endParaRPr>
          </a:p>
        </p:txBody>
      </p:sp>
      <p:sp>
        <p:nvSpPr>
          <p:cNvPr id="2" name="Title 1">
            <a:extLst>
              <a:ext uri="{FF2B5EF4-FFF2-40B4-BE49-F238E27FC236}">
                <a16:creationId xmlns:a16="http://schemas.microsoft.com/office/drawing/2014/main" id="{4010AF38-26DF-48B3-952C-4A9091D6863C}"/>
              </a:ext>
            </a:extLst>
          </p:cNvPr>
          <p:cNvSpPr>
            <a:spLocks noGrp="1"/>
          </p:cNvSpPr>
          <p:nvPr>
            <p:ph type="ctrTitle"/>
          </p:nvPr>
        </p:nvSpPr>
        <p:spPr>
          <a:xfrm>
            <a:off x="648929" y="639097"/>
            <a:ext cx="6253317" cy="3686015"/>
          </a:xfrm>
        </p:spPr>
        <p:txBody>
          <a:bodyPr>
            <a:normAutofit/>
          </a:bodyPr>
          <a:lstStyle/>
          <a:p>
            <a:r>
              <a:rPr lang="en-US" sz="4000" dirty="0">
                <a:latin typeface="Times New Roman" panose="02020603050405020304" pitchFamily="18" charset="0"/>
                <a:cs typeface="Times New Roman" panose="02020603050405020304" pitchFamily="18" charset="0"/>
              </a:rPr>
              <a:t>Infosys </a:t>
            </a:r>
            <a:r>
              <a:rPr lang="en-US" sz="4000" dirty="0" err="1">
                <a:latin typeface="Times New Roman" panose="02020603050405020304" pitchFamily="18" charset="0"/>
                <a:cs typeface="Times New Roman" panose="02020603050405020304" pitchFamily="18" charset="0"/>
              </a:rPr>
              <a:t>SpringBoard</a:t>
            </a:r>
            <a:r>
              <a:rPr lang="en-US" sz="4000" dirty="0">
                <a:latin typeface="Times New Roman" panose="02020603050405020304" pitchFamily="18" charset="0"/>
                <a:cs typeface="Times New Roman" panose="02020603050405020304" pitchFamily="18" charset="0"/>
              </a:rPr>
              <a:t> Virtual Internship - </a:t>
            </a:r>
            <a:r>
              <a:rPr lang="en-US" sz="4000" dirty="0" err="1">
                <a:latin typeface="Times New Roman" panose="02020603050405020304" pitchFamily="18" charset="0"/>
                <a:cs typeface="Times New Roman" panose="02020603050405020304" pitchFamily="18" charset="0"/>
              </a:rPr>
              <a:t>ElectViz</a:t>
            </a:r>
            <a:r>
              <a:rPr lang="en-US" sz="4000" dirty="0">
                <a:latin typeface="Times New Roman" panose="02020603050405020304" pitchFamily="18" charset="0"/>
                <a:cs typeface="Times New Roman" panose="02020603050405020304" pitchFamily="18" charset="0"/>
              </a:rPr>
              <a:t> Election data Visualization for Media</a:t>
            </a:r>
          </a:p>
        </p:txBody>
      </p:sp>
      <p:sp>
        <p:nvSpPr>
          <p:cNvPr id="3" name="Subtitle 2">
            <a:extLst>
              <a:ext uri="{FF2B5EF4-FFF2-40B4-BE49-F238E27FC236}">
                <a16:creationId xmlns:a16="http://schemas.microsoft.com/office/drawing/2014/main" id="{37FC2D8F-56D2-4ADF-B439-0E09E7C37894}"/>
              </a:ext>
            </a:extLst>
          </p:cNvPr>
          <p:cNvSpPr>
            <a:spLocks noGrp="1"/>
          </p:cNvSpPr>
          <p:nvPr>
            <p:ph type="subTitle" idx="1"/>
          </p:nvPr>
        </p:nvSpPr>
        <p:spPr>
          <a:xfrm>
            <a:off x="632899" y="4672738"/>
            <a:ext cx="6269347" cy="1728055"/>
          </a:xfrm>
        </p:spPr>
        <p:txBody>
          <a:bodyPr>
            <a:normAutofit/>
          </a:bodyPr>
          <a:lstStyle/>
          <a:p>
            <a:pPr>
              <a:lnSpc>
                <a:spcPct val="120000"/>
              </a:lnSpc>
            </a:pPr>
            <a:r>
              <a:rPr lang="en-US" sz="1600" dirty="0">
                <a:latin typeface="Times New Roman" panose="02020603050405020304" pitchFamily="18" charset="0"/>
                <a:cs typeface="Times New Roman" panose="02020603050405020304" pitchFamily="18" charset="0"/>
              </a:rPr>
              <a:t>Under the supervision of :</a:t>
            </a:r>
          </a:p>
          <a:p>
            <a:pPr>
              <a:lnSpc>
                <a:spcPct val="120000"/>
              </a:lnSpc>
            </a:pPr>
            <a:r>
              <a:rPr lang="en-US" sz="1600" dirty="0" err="1">
                <a:latin typeface="Times New Roman" panose="02020603050405020304" pitchFamily="18" charset="0"/>
                <a:cs typeface="Times New Roman" panose="02020603050405020304" pitchFamily="18" charset="0"/>
              </a:rPr>
              <a:t>Mrs.Nithyasri</a:t>
            </a:r>
            <a:r>
              <a:rPr lang="en-US" sz="1600" dirty="0">
                <a:latin typeface="Times New Roman" panose="02020603050405020304" pitchFamily="18" charset="0"/>
                <a:cs typeface="Times New Roman" panose="02020603050405020304" pitchFamily="18" charset="0"/>
              </a:rPr>
              <a:t> S J</a:t>
            </a:r>
            <a:endParaRPr lang="en-US" sz="1600" dirty="0">
              <a:solidFill>
                <a:schemeClr val="tx1">
                  <a:lumMod val="85000"/>
                  <a:lumOff val="15000"/>
                </a:schemeClr>
              </a:solidFill>
              <a:latin typeface="Times New Roman" panose="02020603050405020304" pitchFamily="18" charset="0"/>
              <a:cs typeface="Times New Roman" panose="02020603050405020304" pitchFamily="18" charset="0"/>
            </a:endParaRPr>
          </a:p>
          <a:p>
            <a:r>
              <a:rPr lang="en-US" sz="1600" dirty="0">
                <a:solidFill>
                  <a:schemeClr val="tx1">
                    <a:lumMod val="85000"/>
                    <a:lumOff val="15000"/>
                  </a:schemeClr>
                </a:solidFill>
                <a:latin typeface="Times New Roman" panose="02020603050405020304" pitchFamily="18" charset="0"/>
                <a:cs typeface="Times New Roman" panose="02020603050405020304" pitchFamily="18" charset="0"/>
              </a:rPr>
              <a:t>By KRITIKA BALPANDE</a:t>
            </a:r>
          </a:p>
        </p:txBody>
      </p:sp>
      <p:cxnSp>
        <p:nvCxnSpPr>
          <p:cNvPr id="29" name="Straight Connector 28">
            <a:extLst>
              <a:ext uri="{FF2B5EF4-FFF2-40B4-BE49-F238E27FC236}">
                <a16:creationId xmlns:a16="http://schemas.microsoft.com/office/drawing/2014/main" id="{E7A7CD63-7EC3-44F3-95D0-595C4019FF2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44179" y="4498925"/>
            <a:ext cx="5636107"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52ADD70C-A084-0EB9-9ACD-0C1D5BB650B8}"/>
              </a:ext>
            </a:extLst>
          </p:cNvPr>
          <p:cNvPicPr>
            <a:picLocks noChangeAspect="1"/>
          </p:cNvPicPr>
          <p:nvPr/>
        </p:nvPicPr>
        <p:blipFill>
          <a:blip r:embed="rId3"/>
          <a:stretch>
            <a:fillRect/>
          </a:stretch>
        </p:blipFill>
        <p:spPr>
          <a:xfrm>
            <a:off x="6902246" y="0"/>
            <a:ext cx="5289754" cy="6858000"/>
          </a:xfrm>
          <a:prstGeom prst="rect">
            <a:avLst/>
          </a:prstGeom>
        </p:spPr>
      </p:pic>
    </p:spTree>
    <p:extLst>
      <p:ext uri="{BB962C8B-B14F-4D97-AF65-F5344CB8AC3E}">
        <p14:creationId xmlns:p14="http://schemas.microsoft.com/office/powerpoint/2010/main" val="39127473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BD502F-9B85-0776-0BD6-EA3BA97A3DA2}"/>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INTRODUCTION</a:t>
            </a:r>
          </a:p>
        </p:txBody>
      </p:sp>
      <p:sp>
        <p:nvSpPr>
          <p:cNvPr id="3" name="Content Placeholder 2">
            <a:extLst>
              <a:ext uri="{FF2B5EF4-FFF2-40B4-BE49-F238E27FC236}">
                <a16:creationId xmlns:a16="http://schemas.microsoft.com/office/drawing/2014/main" id="{AA4F08CF-95CF-75A0-D817-C9B8685398FD}"/>
              </a:ext>
            </a:extLst>
          </p:cNvPr>
          <p:cNvSpPr>
            <a:spLocks noGrp="1"/>
          </p:cNvSpPr>
          <p:nvPr>
            <p:ph idx="1"/>
          </p:nvPr>
        </p:nvSpPr>
        <p:spPr/>
        <p:txBody>
          <a:bodyPr/>
          <a:lstStyle/>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 India has the world’s largest democracy, where elections are conducted across many states with thousands of candidates and millions of voters.</a:t>
            </a: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Because of this scale, it is important to analyze election data from multiple perspectives.</a:t>
            </a:r>
          </a:p>
          <a:p>
            <a:pPr>
              <a:buFont typeface="Wingdings" panose="05000000000000000000" pitchFamily="2" charset="2"/>
              <a:buChar char="Ø"/>
            </a:pPr>
            <a:r>
              <a:rPr lang="en-US" dirty="0" err="1">
                <a:latin typeface="Times New Roman" panose="02020603050405020304" pitchFamily="18" charset="0"/>
                <a:cs typeface="Times New Roman" panose="02020603050405020304" pitchFamily="18" charset="0"/>
              </a:rPr>
              <a:t>Electviz</a:t>
            </a:r>
            <a:r>
              <a:rPr lang="en-US" dirty="0">
                <a:latin typeface="Times New Roman" panose="02020603050405020304" pitchFamily="18" charset="0"/>
                <a:cs typeface="Times New Roman" panose="02020603050405020304" pitchFamily="18" charset="0"/>
              </a:rPr>
              <a:t> is data visualization project developed using power BI . </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Electviz</a:t>
            </a:r>
            <a:r>
              <a:rPr lang="en-US" dirty="0">
                <a:latin typeface="Times New Roman" panose="02020603050405020304" pitchFamily="18" charset="0"/>
                <a:cs typeface="Times New Roman" panose="02020603050405020304" pitchFamily="18" charset="0"/>
              </a:rPr>
              <a:t> transform large scale election data into interactive and informative dashboard that present clear analysis and insights from raw election data in an engaging manner , thereby improving clarity, transparency, and understanding.</a:t>
            </a:r>
          </a:p>
          <a:p>
            <a:br>
              <a:rPr lang="en-US" dirty="0"/>
            </a:br>
            <a:endParaRPr lang="en-US" dirty="0"/>
          </a:p>
        </p:txBody>
      </p:sp>
    </p:spTree>
    <p:extLst>
      <p:ext uri="{BB962C8B-B14F-4D97-AF65-F5344CB8AC3E}">
        <p14:creationId xmlns:p14="http://schemas.microsoft.com/office/powerpoint/2010/main" val="4404670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1E81E-14A4-7737-F4D1-ADF9FD2D466B}"/>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OBJECTIVES</a:t>
            </a:r>
          </a:p>
        </p:txBody>
      </p:sp>
      <p:graphicFrame>
        <p:nvGraphicFramePr>
          <p:cNvPr id="12" name="Content Placeholder 11">
            <a:extLst>
              <a:ext uri="{FF2B5EF4-FFF2-40B4-BE49-F238E27FC236}">
                <a16:creationId xmlns:a16="http://schemas.microsoft.com/office/drawing/2014/main" id="{04B610F5-063E-AC32-F0AB-2125376BFA8F}"/>
              </a:ext>
            </a:extLst>
          </p:cNvPr>
          <p:cNvGraphicFramePr>
            <a:graphicFrameLocks noGrp="1"/>
          </p:cNvGraphicFramePr>
          <p:nvPr>
            <p:ph idx="1"/>
            <p:extLst>
              <p:ext uri="{D42A27DB-BD31-4B8C-83A1-F6EECF244321}">
                <p14:modId xmlns:p14="http://schemas.microsoft.com/office/powerpoint/2010/main" val="858392326"/>
              </p:ext>
            </p:extLst>
          </p:nvPr>
        </p:nvGraphicFramePr>
        <p:xfrm>
          <a:off x="1096963" y="2108200"/>
          <a:ext cx="9885168" cy="362079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1080909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8DA39-2478-3C3F-2B46-0FFDFD307812}"/>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MILESTONE</a:t>
            </a:r>
          </a:p>
        </p:txBody>
      </p:sp>
      <p:sp>
        <p:nvSpPr>
          <p:cNvPr id="3" name="Content Placeholder 2">
            <a:extLst>
              <a:ext uri="{FF2B5EF4-FFF2-40B4-BE49-F238E27FC236}">
                <a16:creationId xmlns:a16="http://schemas.microsoft.com/office/drawing/2014/main" id="{F8DD1048-DAD9-88A0-6AC4-D4C7FEEF6AAD}"/>
              </a:ext>
            </a:extLst>
          </p:cNvPr>
          <p:cNvSpPr>
            <a:spLocks noGrp="1"/>
          </p:cNvSpPr>
          <p:nvPr>
            <p:ph idx="1"/>
          </p:nvPr>
        </p:nvSpPr>
        <p:spPr/>
        <p:txBody>
          <a:bodyPr>
            <a:normAutofit fontScale="92500" lnSpcReduction="10000"/>
          </a:bodyPr>
          <a:lstStyle/>
          <a:p>
            <a:r>
              <a:rPr lang="en-US" sz="1700" dirty="0">
                <a:latin typeface="Times New Roman" panose="02020603050405020304" pitchFamily="18" charset="0"/>
                <a:cs typeface="Times New Roman" panose="02020603050405020304" pitchFamily="18" charset="0"/>
              </a:rPr>
              <a:t>The project was executed in four milestones, starting from data preparation and ending with interactive electoral analysis dashboards.</a:t>
            </a:r>
          </a:p>
          <a:p>
            <a:pPr>
              <a:buFont typeface="Courier New" panose="02070309020205020404" pitchFamily="49" charset="0"/>
              <a:buChar char="o"/>
            </a:pPr>
            <a:r>
              <a:rPr lang="en-US" sz="1700" dirty="0">
                <a:latin typeface="Times New Roman" panose="02020603050405020304" pitchFamily="18" charset="0"/>
                <a:cs typeface="Times New Roman" panose="02020603050405020304" pitchFamily="18" charset="0"/>
              </a:rPr>
              <a:t> Milestone 1: Collected Indian parliamentary election dataset and Preprocessed the data . Conversion of raw data into analysis ready format.</a:t>
            </a:r>
          </a:p>
          <a:p>
            <a:pPr>
              <a:buFont typeface="Courier New" panose="02070309020205020404" pitchFamily="49" charset="0"/>
              <a:buChar char="o"/>
            </a:pPr>
            <a:r>
              <a:rPr lang="en-US" sz="1700" dirty="0">
                <a:latin typeface="Times New Roman" panose="02020603050405020304" pitchFamily="18" charset="0"/>
                <a:cs typeface="Times New Roman" panose="02020603050405020304" pitchFamily="18" charset="0"/>
              </a:rPr>
              <a:t> Milestone 2 :Dashboard creation started , three dashboard are created i.e., election overview , party performance analysis and distribution of parliamentary constituency type.</a:t>
            </a:r>
          </a:p>
          <a:p>
            <a:pPr>
              <a:buFont typeface="Courier New" panose="02070309020205020404" pitchFamily="49" charset="0"/>
              <a:buChar char="o"/>
            </a:pPr>
            <a:r>
              <a:rPr lang="en-US" sz="1700" dirty="0">
                <a:latin typeface="Times New Roman" panose="02020603050405020304" pitchFamily="18" charset="0"/>
                <a:cs typeface="Times New Roman" panose="02020603050405020304" pitchFamily="18" charset="0"/>
              </a:rPr>
              <a:t> Milestone 3:Two more Dashboard are created on year wise analysis and state wise analysis.</a:t>
            </a:r>
          </a:p>
          <a:p>
            <a:pPr>
              <a:buFont typeface="Courier New" panose="02070309020205020404" pitchFamily="49" charset="0"/>
              <a:buChar char="o"/>
            </a:pPr>
            <a:r>
              <a:rPr lang="en-US" sz="1700" dirty="0">
                <a:latin typeface="Times New Roman" panose="02020603050405020304" pitchFamily="18" charset="0"/>
                <a:cs typeface="Times New Roman" panose="02020603050405020304" pitchFamily="18" charset="0"/>
              </a:rPr>
              <a:t> Milestone 4:Three Dashboard are created on gender wise analysis ,candidate performance analysis, and electoral competitiveness.</a:t>
            </a:r>
          </a:p>
          <a:p>
            <a:br>
              <a:rPr lang="en-US" dirty="0"/>
            </a:br>
            <a:endParaRPr lang="en-US" dirty="0"/>
          </a:p>
        </p:txBody>
      </p:sp>
    </p:spTree>
    <p:extLst>
      <p:ext uri="{BB962C8B-B14F-4D97-AF65-F5344CB8AC3E}">
        <p14:creationId xmlns:p14="http://schemas.microsoft.com/office/powerpoint/2010/main" val="39229777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a:extLst>
              <a:ext uri="{FF2B5EF4-FFF2-40B4-BE49-F238E27FC236}">
                <a16:creationId xmlns:a16="http://schemas.microsoft.com/office/drawing/2014/main" id="{9878EAA9-098A-2914-0D20-05C93725623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0341" y="1114424"/>
            <a:ext cx="4438933" cy="2524125"/>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F7301B0D-9348-3164-BC13-2B84D5D76C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1157285"/>
            <a:ext cx="4833839" cy="2438402"/>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6" name="Picture 6">
            <a:extLst>
              <a:ext uri="{FF2B5EF4-FFF2-40B4-BE49-F238E27FC236}">
                <a16:creationId xmlns:a16="http://schemas.microsoft.com/office/drawing/2014/main" id="{4C45202E-68CA-8FF9-A0BE-23B8A0FE223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90340" y="3747096"/>
            <a:ext cx="4438933" cy="2524125"/>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3571EA4E-DD57-1C75-08A2-95F2AFE69D2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90869" y="3722293"/>
            <a:ext cx="4844100" cy="2573730"/>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8" name="Title 1">
            <a:extLst>
              <a:ext uri="{FF2B5EF4-FFF2-40B4-BE49-F238E27FC236}">
                <a16:creationId xmlns:a16="http://schemas.microsoft.com/office/drawing/2014/main" id="{774B9006-35A2-B2AB-EDA5-1C745BDC6425}"/>
              </a:ext>
            </a:extLst>
          </p:cNvPr>
          <p:cNvSpPr txBox="1">
            <a:spLocks/>
          </p:cNvSpPr>
          <p:nvPr/>
        </p:nvSpPr>
        <p:spPr>
          <a:xfrm>
            <a:off x="1097280" y="286603"/>
            <a:ext cx="10058400" cy="701215"/>
          </a:xfrm>
          <a:prstGeom prst="rect">
            <a:avLst/>
          </a:prstGeom>
        </p:spPr>
        <p:txBody>
          <a:bodyPr/>
          <a:lstStyle>
            <a:lvl1pPr algn="l" defTabSz="914400" rtl="0" eaLnBrk="1" latinLnBrk="0" hangingPunct="1">
              <a:lnSpc>
                <a:spcPct val="90000"/>
              </a:lnSpc>
              <a:spcBef>
                <a:spcPct val="0"/>
              </a:spcBef>
              <a:buNone/>
              <a:defRPr sz="4700" i="0" kern="1200" spc="-50" baseline="0">
                <a:solidFill>
                  <a:schemeClr val="tx1">
                    <a:lumMod val="75000"/>
                    <a:lumOff val="25000"/>
                  </a:schemeClr>
                </a:solidFill>
                <a:latin typeface="+mj-lt"/>
                <a:ea typeface="+mj-ea"/>
                <a:cs typeface="+mj-cs"/>
              </a:defRPr>
            </a:lvl1pPr>
          </a:lstStyle>
          <a:p>
            <a:r>
              <a:rPr lang="en-US" dirty="0">
                <a:latin typeface="Times New Roman" panose="02020603050405020304" pitchFamily="18" charset="0"/>
                <a:cs typeface="Times New Roman" panose="02020603050405020304" pitchFamily="18" charset="0"/>
              </a:rPr>
              <a:t>DASHBOARD</a:t>
            </a:r>
          </a:p>
        </p:txBody>
      </p:sp>
    </p:spTree>
    <p:extLst>
      <p:ext uri="{BB962C8B-B14F-4D97-AF65-F5344CB8AC3E}">
        <p14:creationId xmlns:p14="http://schemas.microsoft.com/office/powerpoint/2010/main" val="7025704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7E3D8-95B6-33DB-0003-9EE46425DC5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C804A8E-1C11-D46A-BBA4-C65B6F44685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4578" y="419099"/>
            <a:ext cx="4745521" cy="2719873"/>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3DF547F1-EA5E-C99D-132A-95FBB46174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4579" y="3295650"/>
            <a:ext cx="4745521" cy="2895600"/>
          </a:xfrm>
          <a:prstGeom prst="rect">
            <a:avLst/>
          </a:prstGeom>
          <a:ln w="3175" cap="sq">
            <a:solidFill>
              <a:schemeClr val="tx1"/>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FCB3C82C-CBE2-6235-E6BD-FE0F09A2BA2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0324" y="419099"/>
            <a:ext cx="4410075" cy="2719873"/>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6" name="Picture 4">
            <a:extLst>
              <a:ext uri="{FF2B5EF4-FFF2-40B4-BE49-F238E27FC236}">
                <a16:creationId xmlns:a16="http://schemas.microsoft.com/office/drawing/2014/main" id="{F4D924CF-1DC5-ABC4-593E-2E8F025FD57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10323" y="3295650"/>
            <a:ext cx="4410075" cy="2895600"/>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93595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Diagram 1">
            <a:extLst>
              <a:ext uri="{FF2B5EF4-FFF2-40B4-BE49-F238E27FC236}">
                <a16:creationId xmlns:a16="http://schemas.microsoft.com/office/drawing/2014/main" id="{F9D450AE-F796-E28F-E1C1-7F730ED0BBD6}"/>
              </a:ext>
            </a:extLst>
          </p:cNvPr>
          <p:cNvGraphicFramePr/>
          <p:nvPr>
            <p:extLst>
              <p:ext uri="{D42A27DB-BD31-4B8C-83A1-F6EECF244321}">
                <p14:modId xmlns:p14="http://schemas.microsoft.com/office/powerpoint/2010/main" val="4232538049"/>
              </p:ext>
            </p:extLst>
          </p:nvPr>
        </p:nvGraphicFramePr>
        <p:xfrm>
          <a:off x="555624" y="1599780"/>
          <a:ext cx="11055351" cy="465243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3E2B4AA3-A042-B0B2-0C58-887B98AF287B}"/>
              </a:ext>
            </a:extLst>
          </p:cNvPr>
          <p:cNvSpPr txBox="1"/>
          <p:nvPr/>
        </p:nvSpPr>
        <p:spPr>
          <a:xfrm>
            <a:off x="9648593" y="1619250"/>
            <a:ext cx="1399742" cy="400110"/>
          </a:xfrm>
          <a:prstGeom prst="rect">
            <a:avLst/>
          </a:prstGeom>
          <a:noFill/>
        </p:spPr>
        <p:txBody>
          <a:bodyPr wrap="none" rtlCol="0">
            <a:spAutoFit/>
          </a:bodyPr>
          <a:lstStyle/>
          <a:p>
            <a:r>
              <a:rPr lang="en-US" sz="2000" dirty="0">
                <a:latin typeface="Times New Roman" panose="02020603050405020304" pitchFamily="18" charset="0"/>
                <a:cs typeface="Times New Roman" panose="02020603050405020304" pitchFamily="18" charset="0"/>
              </a:rPr>
              <a:t>Milestone 4</a:t>
            </a:r>
          </a:p>
        </p:txBody>
      </p:sp>
      <p:sp>
        <p:nvSpPr>
          <p:cNvPr id="5" name="TextBox 4">
            <a:extLst>
              <a:ext uri="{FF2B5EF4-FFF2-40B4-BE49-F238E27FC236}">
                <a16:creationId xmlns:a16="http://schemas.microsoft.com/office/drawing/2014/main" id="{5F22FBFC-81D8-1282-588F-E11CEB70326E}"/>
              </a:ext>
            </a:extLst>
          </p:cNvPr>
          <p:cNvSpPr txBox="1"/>
          <p:nvPr/>
        </p:nvSpPr>
        <p:spPr>
          <a:xfrm>
            <a:off x="866776" y="2371725"/>
            <a:ext cx="2476500" cy="3323987"/>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Data collected and preprocessed</a:t>
            </a:r>
          </a:p>
          <a:p>
            <a:r>
              <a:rPr lang="en-US" sz="1200" dirty="0">
                <a:latin typeface="Times New Roman" panose="02020603050405020304" pitchFamily="18" charset="0"/>
                <a:cs typeface="Times New Roman" panose="02020603050405020304" pitchFamily="18" charset="0"/>
              </a:rPr>
              <a:t>The dataset collected from Kaggle ‘Indian Election Dataset’.</a:t>
            </a:r>
          </a:p>
          <a:p>
            <a:r>
              <a:rPr lang="en-US" sz="1200" dirty="0">
                <a:latin typeface="Times New Roman" panose="02020603050405020304" pitchFamily="18" charset="0"/>
                <a:cs typeface="Times New Roman" panose="02020603050405020304" pitchFamily="18" charset="0"/>
              </a:rPr>
              <a:t>Data Preprocessing Steps:</a:t>
            </a:r>
          </a:p>
          <a:p>
            <a:pPr marL="171450" indent="-171450" fontAlgn="base">
              <a:buFont typeface="Arial" panose="020B0604020202020204" pitchFamily="34" charset="0"/>
              <a:buChar char="•"/>
            </a:pPr>
            <a:r>
              <a:rPr lang="en-US" sz="1200" dirty="0">
                <a:latin typeface="Times New Roman" panose="02020603050405020304" pitchFamily="18" charset="0"/>
                <a:cs typeface="Times New Roman" panose="02020603050405020304" pitchFamily="18" charset="0"/>
              </a:rPr>
              <a:t>Checking the data types of each column.</a:t>
            </a:r>
          </a:p>
          <a:p>
            <a:pPr marL="171450" indent="-171450" fontAlgn="base">
              <a:buFont typeface="Arial" panose="020B0604020202020204" pitchFamily="34" charset="0"/>
              <a:buChar char="•"/>
            </a:pPr>
            <a:r>
              <a:rPr lang="en-US" sz="1200" dirty="0">
                <a:latin typeface="Times New Roman" panose="02020603050405020304" pitchFamily="18" charset="0"/>
                <a:cs typeface="Times New Roman" panose="02020603050405020304" pitchFamily="18" charset="0"/>
              </a:rPr>
              <a:t>Checking for null /empty values </a:t>
            </a:r>
          </a:p>
          <a:p>
            <a:pPr marL="171450" indent="-171450" fontAlgn="base">
              <a:buFont typeface="Arial" panose="020B0604020202020204" pitchFamily="34" charset="0"/>
              <a:buChar char="•"/>
            </a:pPr>
            <a:r>
              <a:rPr lang="en-US" sz="1200" dirty="0">
                <a:latin typeface="Times New Roman" panose="02020603050405020304" pitchFamily="18" charset="0"/>
                <a:cs typeface="Times New Roman" panose="02020603050405020304" pitchFamily="18" charset="0"/>
              </a:rPr>
              <a:t>Checking for duplicates</a:t>
            </a:r>
          </a:p>
          <a:p>
            <a:pPr fontAlgn="base"/>
            <a:r>
              <a:rPr lang="en-US" sz="1200" dirty="0">
                <a:latin typeface="Times New Roman" panose="02020603050405020304" pitchFamily="18" charset="0"/>
                <a:cs typeface="Times New Roman" panose="02020603050405020304" pitchFamily="18" charset="0"/>
              </a:rPr>
              <a:t>Replaced mismatching or different spelling values in ‘state name’ and ‘party name’ column like Chhattisgarh and Chattisgarh .</a:t>
            </a:r>
          </a:p>
          <a:p>
            <a:pPr marL="171450" indent="-171450" fontAlgn="base">
              <a:buFont typeface="Arial" panose="020B0604020202020204" pitchFamily="34" charset="0"/>
              <a:buChar char="•"/>
            </a:pPr>
            <a:r>
              <a:rPr lang="en-US" sz="1200" dirty="0">
                <a:latin typeface="Times New Roman" panose="02020603050405020304" pitchFamily="18" charset="0"/>
                <a:cs typeface="Times New Roman" panose="02020603050405020304" pitchFamily="18" charset="0"/>
              </a:rPr>
              <a:t>Added a custom column ‘voters' turnout_%’ to calculate percentage of votes received over electors.</a:t>
            </a:r>
          </a:p>
          <a:p>
            <a:endParaRPr lang="en-US" dirty="0"/>
          </a:p>
        </p:txBody>
      </p:sp>
      <p:sp>
        <p:nvSpPr>
          <p:cNvPr id="6" name="TextBox 5">
            <a:extLst>
              <a:ext uri="{FF2B5EF4-FFF2-40B4-BE49-F238E27FC236}">
                <a16:creationId xmlns:a16="http://schemas.microsoft.com/office/drawing/2014/main" id="{55B3F5FB-7663-B0F8-43E7-68D38103086C}"/>
              </a:ext>
            </a:extLst>
          </p:cNvPr>
          <p:cNvSpPr txBox="1"/>
          <p:nvPr/>
        </p:nvSpPr>
        <p:spPr>
          <a:xfrm>
            <a:off x="3606799" y="2319771"/>
            <a:ext cx="2476500" cy="1754326"/>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Dashboard creation started </a:t>
            </a:r>
          </a:p>
          <a:p>
            <a:endParaRPr lang="en-US" sz="1200" dirty="0">
              <a:latin typeface="Times New Roman" panose="02020603050405020304" pitchFamily="18" charset="0"/>
              <a:cs typeface="Times New Roman" panose="02020603050405020304" pitchFamily="18" charset="0"/>
            </a:endParaRPr>
          </a:p>
          <a:p>
            <a:pPr algn="just"/>
            <a:r>
              <a:rPr lang="en-US" sz="1200" dirty="0">
                <a:latin typeface="Times New Roman" panose="02020603050405020304" pitchFamily="18" charset="0"/>
                <a:cs typeface="Times New Roman" panose="02020603050405020304" pitchFamily="18" charset="0"/>
              </a:rPr>
              <a:t>The three-dashboard created in milestone 2.</a:t>
            </a:r>
          </a:p>
          <a:p>
            <a:pPr algn="just"/>
            <a:endParaRPr lang="en-US" sz="1200" dirty="0">
              <a:latin typeface="Times New Roman" panose="02020603050405020304" pitchFamily="18" charset="0"/>
              <a:cs typeface="Times New Roman" panose="02020603050405020304" pitchFamily="18" charset="0"/>
            </a:endParaRPr>
          </a:p>
          <a:p>
            <a:pPr marL="171450" indent="-171450">
              <a:buClr>
                <a:schemeClr val="accent1"/>
              </a:buClr>
              <a:buFont typeface="Wingdings" panose="05000000000000000000" pitchFamily="2" charset="2"/>
              <a:buChar char="Ø"/>
            </a:pPr>
            <a:r>
              <a:rPr lang="en-US" sz="1200" dirty="0">
                <a:latin typeface="Times New Roman" panose="02020603050405020304" pitchFamily="18" charset="0"/>
                <a:cs typeface="Times New Roman" panose="02020603050405020304" pitchFamily="18" charset="0"/>
              </a:rPr>
              <a:t>Election overview page</a:t>
            </a:r>
          </a:p>
          <a:p>
            <a:pPr marL="171450" indent="-171450">
              <a:buClr>
                <a:schemeClr val="accent1"/>
              </a:buClr>
              <a:buFont typeface="Wingdings" panose="05000000000000000000" pitchFamily="2" charset="2"/>
              <a:buChar char="Ø"/>
            </a:pPr>
            <a:r>
              <a:rPr lang="en-US" sz="1200" dirty="0">
                <a:latin typeface="Times New Roman" panose="02020603050405020304" pitchFamily="18" charset="0"/>
                <a:cs typeface="Times New Roman" panose="02020603050405020304" pitchFamily="18" charset="0"/>
              </a:rPr>
              <a:t>Party performance analysis</a:t>
            </a:r>
          </a:p>
          <a:p>
            <a:pPr marL="171450" indent="-171450">
              <a:buClr>
                <a:schemeClr val="accent1"/>
              </a:buClr>
              <a:buFont typeface="Wingdings" panose="05000000000000000000" pitchFamily="2" charset="2"/>
              <a:buChar char="Ø"/>
            </a:pPr>
            <a:r>
              <a:rPr lang="en-US" sz="1200" dirty="0">
                <a:latin typeface="Times New Roman" panose="02020603050405020304" pitchFamily="18" charset="0"/>
                <a:cs typeface="Times New Roman" panose="02020603050405020304" pitchFamily="18" charset="0"/>
              </a:rPr>
              <a:t>Distribution of parliamentary constituency</a:t>
            </a:r>
          </a:p>
        </p:txBody>
      </p:sp>
      <p:sp>
        <p:nvSpPr>
          <p:cNvPr id="7" name="TextBox 6">
            <a:extLst>
              <a:ext uri="{FF2B5EF4-FFF2-40B4-BE49-F238E27FC236}">
                <a16:creationId xmlns:a16="http://schemas.microsoft.com/office/drawing/2014/main" id="{76A80CB0-2D05-F28F-52C1-3AA4588A876F}"/>
              </a:ext>
            </a:extLst>
          </p:cNvPr>
          <p:cNvSpPr txBox="1"/>
          <p:nvPr/>
        </p:nvSpPr>
        <p:spPr>
          <a:xfrm>
            <a:off x="6394451" y="2371725"/>
            <a:ext cx="2476500" cy="1554272"/>
          </a:xfrm>
          <a:prstGeom prst="rect">
            <a:avLst/>
          </a:prstGeom>
          <a:noFill/>
        </p:spPr>
        <p:txBody>
          <a:bodyPr wrap="square" rtlCol="0">
            <a:spAutoFit/>
          </a:bodyPr>
          <a:lstStyle/>
          <a:p>
            <a:pPr algn="just"/>
            <a:r>
              <a:rPr lang="en-US" sz="1200" dirty="0">
                <a:latin typeface="Times New Roman" panose="02020603050405020304" pitchFamily="18" charset="0"/>
                <a:cs typeface="Times New Roman" panose="02020603050405020304" pitchFamily="18" charset="0"/>
              </a:rPr>
              <a:t>After analyzing party performance and distribution of parliamentary constituency . The two more-dashboard added .</a:t>
            </a:r>
          </a:p>
          <a:p>
            <a:pPr algn="just"/>
            <a:endParaRPr lang="en-US" sz="1200" dirty="0">
              <a:latin typeface="Times New Roman" panose="02020603050405020304" pitchFamily="18" charset="0"/>
              <a:cs typeface="Times New Roman" panose="02020603050405020304" pitchFamily="18" charset="0"/>
            </a:endParaRPr>
          </a:p>
          <a:p>
            <a:pPr marL="171450" indent="-171450" algn="just">
              <a:buClr>
                <a:schemeClr val="accent1"/>
              </a:buClr>
              <a:buFont typeface="Wingdings" panose="05000000000000000000" pitchFamily="2" charset="2"/>
              <a:buChar char="Ø"/>
            </a:pPr>
            <a:r>
              <a:rPr lang="en-US" sz="1200" dirty="0">
                <a:latin typeface="Times New Roman" panose="02020603050405020304" pitchFamily="18" charset="0"/>
                <a:cs typeface="Times New Roman" panose="02020603050405020304" pitchFamily="18" charset="0"/>
              </a:rPr>
              <a:t>Year wise analysis </a:t>
            </a:r>
          </a:p>
          <a:p>
            <a:pPr marL="171450" indent="-171450" algn="just">
              <a:buClr>
                <a:schemeClr val="accent1"/>
              </a:buClr>
              <a:buFont typeface="Wingdings" panose="05000000000000000000" pitchFamily="2" charset="2"/>
              <a:buChar char="Ø"/>
            </a:pPr>
            <a:r>
              <a:rPr lang="en-US" sz="1200" dirty="0">
                <a:latin typeface="Times New Roman" panose="02020603050405020304" pitchFamily="18" charset="0"/>
                <a:cs typeface="Times New Roman" panose="02020603050405020304" pitchFamily="18" charset="0"/>
              </a:rPr>
              <a:t>State level analysis</a:t>
            </a:r>
          </a:p>
          <a:p>
            <a:endParaRPr lang="en-US" sz="1100" dirty="0">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F5B401F6-BB7E-35B0-F68C-703145F07432}"/>
              </a:ext>
            </a:extLst>
          </p:cNvPr>
          <p:cNvSpPr txBox="1"/>
          <p:nvPr/>
        </p:nvSpPr>
        <p:spPr>
          <a:xfrm>
            <a:off x="9159876" y="2371724"/>
            <a:ext cx="2476500" cy="1969770"/>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After year wise and state level analysis , the three-dashboard added to understand gender representation , party performance and competitive nature of election.</a:t>
            </a:r>
          </a:p>
          <a:p>
            <a:endParaRPr lang="en-US" dirty="0"/>
          </a:p>
          <a:p>
            <a:pPr marL="171450" indent="-171450">
              <a:buClr>
                <a:schemeClr val="accent1"/>
              </a:buClr>
              <a:buFont typeface="Wingdings" panose="05000000000000000000" pitchFamily="2" charset="2"/>
              <a:buChar char="Ø"/>
            </a:pPr>
            <a:r>
              <a:rPr lang="en-US" sz="1100" dirty="0">
                <a:latin typeface="Times New Roman" panose="02020603050405020304" pitchFamily="18" charset="0"/>
                <a:cs typeface="Times New Roman" panose="02020603050405020304" pitchFamily="18" charset="0"/>
              </a:rPr>
              <a:t>Gender wise analysis </a:t>
            </a:r>
          </a:p>
          <a:p>
            <a:pPr marL="171450" indent="-171450">
              <a:buClr>
                <a:schemeClr val="accent1"/>
              </a:buClr>
              <a:buFont typeface="Wingdings" panose="05000000000000000000" pitchFamily="2" charset="2"/>
              <a:buChar char="Ø"/>
            </a:pPr>
            <a:r>
              <a:rPr lang="en-US" sz="1100" dirty="0">
                <a:latin typeface="Times New Roman" panose="02020603050405020304" pitchFamily="18" charset="0"/>
                <a:cs typeface="Times New Roman" panose="02020603050405020304" pitchFamily="18" charset="0"/>
              </a:rPr>
              <a:t>Candidate performance analysis</a:t>
            </a:r>
          </a:p>
          <a:p>
            <a:pPr marL="171450" indent="-171450">
              <a:buClr>
                <a:schemeClr val="accent1"/>
              </a:buClr>
              <a:buFont typeface="Wingdings" panose="05000000000000000000" pitchFamily="2" charset="2"/>
              <a:buChar char="Ø"/>
            </a:pPr>
            <a:r>
              <a:rPr lang="en-US" sz="1100" dirty="0">
                <a:latin typeface="Times New Roman" panose="02020603050405020304" pitchFamily="18" charset="0"/>
                <a:cs typeface="Times New Roman" panose="02020603050405020304" pitchFamily="18" charset="0"/>
              </a:rPr>
              <a:t>Electoral competitiveness and winner analysis</a:t>
            </a:r>
            <a:endParaRPr lang="en-US" sz="1100" dirty="0"/>
          </a:p>
        </p:txBody>
      </p:sp>
      <p:sp>
        <p:nvSpPr>
          <p:cNvPr id="9" name="Title 1">
            <a:extLst>
              <a:ext uri="{FF2B5EF4-FFF2-40B4-BE49-F238E27FC236}">
                <a16:creationId xmlns:a16="http://schemas.microsoft.com/office/drawing/2014/main" id="{7294C240-E068-AA3C-A963-D823B5D701B0}"/>
              </a:ext>
            </a:extLst>
          </p:cNvPr>
          <p:cNvSpPr txBox="1">
            <a:spLocks/>
          </p:cNvSpPr>
          <p:nvPr/>
        </p:nvSpPr>
        <p:spPr>
          <a:xfrm>
            <a:off x="488949" y="141723"/>
            <a:ext cx="11331576" cy="1277501"/>
          </a:xfrm>
          <a:prstGeom prst="rect">
            <a:avLst/>
          </a:prstGeom>
        </p:spPr>
        <p:txBody>
          <a:bodyPr/>
          <a:lstStyle>
            <a:lvl1pPr algn="l" defTabSz="914400" rtl="0" eaLnBrk="1" latinLnBrk="0" hangingPunct="1">
              <a:lnSpc>
                <a:spcPct val="90000"/>
              </a:lnSpc>
              <a:spcBef>
                <a:spcPct val="0"/>
              </a:spcBef>
              <a:buNone/>
              <a:defRPr sz="4700" i="0" kern="1200" spc="-50" baseline="0">
                <a:solidFill>
                  <a:schemeClr val="tx1">
                    <a:lumMod val="75000"/>
                    <a:lumOff val="25000"/>
                  </a:schemeClr>
                </a:solidFill>
                <a:latin typeface="+mj-lt"/>
                <a:ea typeface="+mj-ea"/>
                <a:cs typeface="+mj-cs"/>
              </a:defRPr>
            </a:lvl1pPr>
          </a:lstStyle>
          <a:p>
            <a:r>
              <a:rPr lang="en-US" dirty="0">
                <a:latin typeface="Times New Roman" panose="02020603050405020304" pitchFamily="18" charset="0"/>
                <a:cs typeface="Times New Roman" panose="02020603050405020304" pitchFamily="18" charset="0"/>
              </a:rPr>
              <a:t>SYSTEM OVERVIEW AND WORKFLOW DESIGN</a:t>
            </a:r>
          </a:p>
        </p:txBody>
      </p:sp>
    </p:spTree>
    <p:extLst>
      <p:ext uri="{BB962C8B-B14F-4D97-AF65-F5344CB8AC3E}">
        <p14:creationId xmlns:p14="http://schemas.microsoft.com/office/powerpoint/2010/main" val="13645396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29A378-B266-E5F9-B017-3213A53A7A57}"/>
              </a:ext>
            </a:extLst>
          </p:cNvPr>
          <p:cNvSpPr>
            <a:spLocks noGrp="1"/>
          </p:cNvSpPr>
          <p:nvPr>
            <p:ph type="title"/>
          </p:nvPr>
        </p:nvSpPr>
        <p:spPr/>
        <p:txBody>
          <a:bodyPr/>
          <a:lstStyle/>
          <a:p>
            <a:pPr algn="ctr"/>
            <a:r>
              <a:rPr lang="en-US" dirty="0">
                <a:latin typeface="Times New Roman" panose="02020603050405020304" pitchFamily="18" charset="0"/>
                <a:cs typeface="Times New Roman" panose="02020603050405020304" pitchFamily="18" charset="0"/>
              </a:rPr>
              <a:t>CHALLENGES AND RESOLUTION</a:t>
            </a:r>
          </a:p>
        </p:txBody>
      </p:sp>
      <p:sp>
        <p:nvSpPr>
          <p:cNvPr id="3" name="Content Placeholder 2">
            <a:extLst>
              <a:ext uri="{FF2B5EF4-FFF2-40B4-BE49-F238E27FC236}">
                <a16:creationId xmlns:a16="http://schemas.microsoft.com/office/drawing/2014/main" id="{9FD34A76-CA48-83F2-F635-DF6745AAD6AB}"/>
              </a:ext>
            </a:extLst>
          </p:cNvPr>
          <p:cNvSpPr>
            <a:spLocks noGrp="1"/>
          </p:cNvSpPr>
          <p:nvPr>
            <p:ph idx="1"/>
          </p:nvPr>
        </p:nvSpPr>
        <p:spPr>
          <a:xfrm>
            <a:off x="1097280" y="2042887"/>
            <a:ext cx="10163213" cy="4115317"/>
          </a:xfrm>
        </p:spPr>
        <p:txBody>
          <a:bodyPr>
            <a:normAutofit lnSpcReduction="10000"/>
          </a:bodyPr>
          <a:lstStyle/>
          <a:p>
            <a:pPr marL="0" indent="0" algn="just">
              <a:buNone/>
            </a:pPr>
            <a:r>
              <a:rPr lang="en-US" sz="1600" dirty="0">
                <a:latin typeface="Times New Roman" panose="02020603050405020304" pitchFamily="18" charset="0"/>
                <a:cs typeface="Times New Roman" panose="02020603050405020304" pitchFamily="18" charset="0"/>
              </a:rPr>
              <a:t>Challenges and their resolution during the 4 milestone are:</a:t>
            </a:r>
          </a:p>
          <a:p>
            <a:pPr marL="0" indent="0" algn="just">
              <a:buNone/>
            </a:pPr>
            <a:endParaRPr lang="en-US" sz="1100" dirty="0">
              <a:latin typeface="Times New Roman" panose="02020603050405020304" pitchFamily="18" charset="0"/>
              <a:cs typeface="Times New Roman" panose="02020603050405020304" pitchFamily="18" charset="0"/>
            </a:endParaRPr>
          </a:p>
          <a:p>
            <a:pPr algn="just">
              <a:spcBef>
                <a:spcPts val="0"/>
              </a:spcBef>
              <a:buFont typeface="Wingdings" panose="05000000000000000000" pitchFamily="2" charset="2"/>
              <a:buChar char="§"/>
            </a:pPr>
            <a:r>
              <a:rPr lang="en-US" sz="1600" dirty="0">
                <a:latin typeface="Times New Roman" panose="02020603050405020304" pitchFamily="18" charset="0"/>
                <a:cs typeface="Times New Roman" panose="02020603050405020304" pitchFamily="18" charset="0"/>
              </a:rPr>
              <a:t> Dealing with Inconsistent data : Correcting inconsistencies in categorical columns like state and party name such as different spelling for same category. For example Chattisgarh and Chhattisgarh , </a:t>
            </a:r>
            <a:r>
              <a:rPr lang="en-US" sz="1600" dirty="0" err="1">
                <a:latin typeface="Times New Roman" panose="02020603050405020304" pitchFamily="18" charset="0"/>
                <a:cs typeface="Times New Roman" panose="02020603050405020304" pitchFamily="18" charset="0"/>
              </a:rPr>
              <a:t>Bharatiya</a:t>
            </a:r>
            <a:r>
              <a:rPr lang="en-US" sz="1600" dirty="0">
                <a:latin typeface="Times New Roman" panose="02020603050405020304" pitchFamily="18" charset="0"/>
                <a:cs typeface="Times New Roman" panose="02020603050405020304" pitchFamily="18" charset="0"/>
              </a:rPr>
              <a:t> Janta Party and Bhartiya Janata Party . </a:t>
            </a:r>
          </a:p>
          <a:p>
            <a:pPr marL="0" indent="0" algn="just">
              <a:spcBef>
                <a:spcPts val="0"/>
              </a:spcBef>
              <a:buNone/>
            </a:pPr>
            <a:r>
              <a:rPr lang="en-US" sz="1600" dirty="0">
                <a:latin typeface="Times New Roman" panose="02020603050405020304" pitchFamily="18" charset="0"/>
                <a:cs typeface="Times New Roman" panose="02020603050405020304" pitchFamily="18" charset="0"/>
              </a:rPr>
              <a:t>Resolutions : Replacing incorrect spelling with correct one.</a:t>
            </a:r>
          </a:p>
          <a:p>
            <a:pPr marL="0" indent="0" algn="just">
              <a:spcBef>
                <a:spcPts val="0"/>
              </a:spcBef>
              <a:buNone/>
            </a:pPr>
            <a:endParaRPr lang="en-US" sz="1600" dirty="0">
              <a:latin typeface="Times New Roman" panose="02020603050405020304" pitchFamily="18" charset="0"/>
              <a:cs typeface="Times New Roman" panose="02020603050405020304" pitchFamily="18" charset="0"/>
            </a:endParaRPr>
          </a:p>
          <a:p>
            <a:pPr algn="just">
              <a:spcBef>
                <a:spcPts val="0"/>
              </a:spcBef>
              <a:buFont typeface="Wingdings" panose="05000000000000000000" pitchFamily="2" charset="2"/>
              <a:buChar char="§"/>
            </a:pPr>
            <a:r>
              <a:rPr lang="en-US" sz="1600" dirty="0">
                <a:latin typeface="Times New Roman" panose="02020603050405020304" pitchFamily="18" charset="0"/>
                <a:cs typeface="Times New Roman" panose="02020603050405020304" pitchFamily="18" charset="0"/>
              </a:rPr>
              <a:t>Indian election data is very large, with thousands of candidates , many years and constituencies . Handling this large dataset affected performance and sometimes overlapping of data in the visual and required careful use of filters, measures, and aggregations.</a:t>
            </a:r>
          </a:p>
          <a:p>
            <a:pPr marL="0" indent="0" algn="just">
              <a:spcBef>
                <a:spcPts val="0"/>
              </a:spcBef>
              <a:buNone/>
            </a:pPr>
            <a:r>
              <a:rPr lang="en-US" sz="1600" dirty="0">
                <a:latin typeface="Times New Roman" panose="02020603050405020304" pitchFamily="18" charset="0"/>
                <a:cs typeface="Times New Roman" panose="02020603050405020304" pitchFamily="18" charset="0"/>
              </a:rPr>
              <a:t>Resolution : required careful use of filters, measures, and aggregations.</a:t>
            </a:r>
          </a:p>
          <a:p>
            <a:pPr marL="0" indent="0" algn="just">
              <a:spcBef>
                <a:spcPts val="0"/>
              </a:spcBef>
              <a:buNone/>
            </a:pPr>
            <a:endParaRPr lang="en-US" sz="1600" dirty="0">
              <a:latin typeface="Times New Roman" panose="02020603050405020304" pitchFamily="18" charset="0"/>
              <a:cs typeface="Times New Roman" panose="02020603050405020304" pitchFamily="18" charset="0"/>
            </a:endParaRPr>
          </a:p>
          <a:p>
            <a:pPr algn="just">
              <a:spcBef>
                <a:spcPts val="0"/>
              </a:spcBef>
              <a:buFont typeface="Wingdings" panose="05000000000000000000" pitchFamily="2" charset="2"/>
              <a:buChar char="§"/>
            </a:pPr>
            <a:r>
              <a:rPr lang="en-US" sz="1600" dirty="0">
                <a:latin typeface="Times New Roman" panose="02020603050405020304" pitchFamily="18" charset="0"/>
                <a:cs typeface="Times New Roman" panose="02020603050405020304" pitchFamily="18" charset="0"/>
              </a:rPr>
              <a:t>Some insights were not clearly visible when inappropriate charts were used.</a:t>
            </a:r>
          </a:p>
          <a:p>
            <a:pPr marL="0" indent="0" algn="just">
              <a:spcBef>
                <a:spcPts val="0"/>
              </a:spcBef>
              <a:buNone/>
            </a:pPr>
            <a:r>
              <a:rPr lang="en-US" sz="1600" dirty="0">
                <a:latin typeface="Times New Roman" panose="02020603050405020304" pitchFamily="18" charset="0"/>
                <a:cs typeface="Times New Roman" panose="02020603050405020304" pitchFamily="18" charset="0"/>
              </a:rPr>
              <a:t>Resolution : Selection of visual based on the nature of analysis for example bar chart for comparison , line chart for trends ,pie and donut chart for showing distribution or proportion.</a:t>
            </a:r>
          </a:p>
          <a:p>
            <a:pPr>
              <a:buFont typeface="Wingdings" panose="05000000000000000000" pitchFamily="2" charset="2"/>
              <a:buChar char="§"/>
            </a:pPr>
            <a:endParaRPr lang="en-US" dirty="0"/>
          </a:p>
          <a:p>
            <a:pPr marL="0" indent="0">
              <a:buNone/>
            </a:pPr>
            <a:endParaRPr lang="en-US" dirty="0"/>
          </a:p>
          <a:p>
            <a:pPr>
              <a:buFont typeface="Wingdings" panose="05000000000000000000" pitchFamily="2" charset="2"/>
              <a:buChar char="§"/>
            </a:pPr>
            <a:endParaRPr lang="en-US" dirty="0"/>
          </a:p>
        </p:txBody>
      </p:sp>
    </p:spTree>
    <p:extLst>
      <p:ext uri="{BB962C8B-B14F-4D97-AF65-F5344CB8AC3E}">
        <p14:creationId xmlns:p14="http://schemas.microsoft.com/office/powerpoint/2010/main" val="14419183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BCA93-D571-E3EB-2AAF-2FF31989AFB6}"/>
              </a:ext>
            </a:extLst>
          </p:cNvPr>
          <p:cNvSpPr>
            <a:spLocks noGrp="1"/>
          </p:cNvSpPr>
          <p:nvPr>
            <p:ph type="title"/>
          </p:nvPr>
        </p:nvSpPr>
        <p:spPr/>
        <p:txBody>
          <a:bodyPr/>
          <a:lstStyle/>
          <a:p>
            <a:pPr algn="ctr"/>
            <a:r>
              <a:rPr lang="en-US" dirty="0">
                <a:latin typeface="Times New Roman" panose="02020603050405020304" pitchFamily="18" charset="0"/>
                <a:cs typeface="Times New Roman" panose="02020603050405020304" pitchFamily="18" charset="0"/>
              </a:rPr>
              <a:t>KEY INSIGHTS</a:t>
            </a:r>
          </a:p>
        </p:txBody>
      </p:sp>
      <p:sp>
        <p:nvSpPr>
          <p:cNvPr id="3" name="Content Placeholder 2">
            <a:extLst>
              <a:ext uri="{FF2B5EF4-FFF2-40B4-BE49-F238E27FC236}">
                <a16:creationId xmlns:a16="http://schemas.microsoft.com/office/drawing/2014/main" id="{D4E933F4-9CB2-8A53-7921-CF8B8A8412F0}"/>
              </a:ext>
            </a:extLst>
          </p:cNvPr>
          <p:cNvSpPr>
            <a:spLocks noGrp="1"/>
          </p:cNvSpPr>
          <p:nvPr>
            <p:ph idx="1"/>
          </p:nvPr>
        </p:nvSpPr>
        <p:spPr>
          <a:xfrm>
            <a:off x="1097280" y="1996234"/>
            <a:ext cx="10127447" cy="4301929"/>
          </a:xfrm>
        </p:spPr>
        <p:txBody>
          <a:bodyPr>
            <a:normAutofit/>
          </a:bodyPr>
          <a:lstStyle/>
          <a:p>
            <a:pPr>
              <a:buFont typeface="Wingdings" panose="05000000000000000000" pitchFamily="2" charset="2"/>
              <a:buChar char="§"/>
            </a:pPr>
            <a:r>
              <a:rPr lang="en-US" sz="1600" dirty="0">
                <a:latin typeface="Times New Roman" panose="02020603050405020304" pitchFamily="18" charset="0"/>
                <a:cs typeface="Times New Roman" panose="02020603050405020304" pitchFamily="18" charset="0"/>
              </a:rPr>
              <a:t>There is gender imbalance in Indian election i.e. male dominance  although Female participation increases over time but still low .</a:t>
            </a:r>
          </a:p>
          <a:p>
            <a:pPr>
              <a:buFont typeface="Wingdings" panose="05000000000000000000" pitchFamily="2" charset="2"/>
              <a:buChar char="§"/>
            </a:pPr>
            <a:r>
              <a:rPr lang="en-US" sz="1600" dirty="0">
                <a:latin typeface="Times New Roman" panose="02020603050405020304" pitchFamily="18" charset="0"/>
                <a:cs typeface="Times New Roman" panose="02020603050405020304" pitchFamily="18" charset="0"/>
              </a:rPr>
              <a:t> Majority of parliamentary constituency belongs to General , followed by ST and SC but ST and SC place important role in voter participation by showing higher voter turnout%.</a:t>
            </a:r>
          </a:p>
          <a:p>
            <a:pPr>
              <a:buFont typeface="Wingdings" panose="05000000000000000000" pitchFamily="2" charset="2"/>
              <a:buChar char="§"/>
            </a:pPr>
            <a:r>
              <a:rPr lang="en-US" sz="1600">
                <a:latin typeface="Times New Roman" panose="02020603050405020304" pitchFamily="18" charset="0"/>
                <a:cs typeface="Times New Roman" panose="02020603050405020304" pitchFamily="18" charset="0"/>
              </a:rPr>
              <a:t>There is </a:t>
            </a:r>
            <a:r>
              <a:rPr lang="en-US" sz="1600" dirty="0">
                <a:latin typeface="Times New Roman" panose="02020603050405020304" pitchFamily="18" charset="0"/>
                <a:cs typeface="Times New Roman" panose="02020603050405020304" pitchFamily="18" charset="0"/>
              </a:rPr>
              <a:t>political instability in the year 1996-1998 .In the year 1996-1998 count of total number of parties and total number of candidate are decreases and  then start increasing from 1999. In 1996 , many regional parties which contested independently form coalition with other parties in 1998 this can be one of the reason for the decrement.</a:t>
            </a:r>
          </a:p>
          <a:p>
            <a:pPr>
              <a:buFont typeface="Wingdings" panose="05000000000000000000" pitchFamily="2" charset="2"/>
              <a:buChar char="§"/>
            </a:pPr>
            <a:r>
              <a:rPr lang="en-US" sz="1600" dirty="0">
                <a:latin typeface="Times New Roman" panose="02020603050405020304" pitchFamily="18" charset="0"/>
                <a:cs typeface="Times New Roman" panose="02020603050405020304" pitchFamily="18" charset="0"/>
              </a:rPr>
              <a:t> Winner Strength % and Victory margin % across year are fluctuating which tells that in some year elections are highly dominating or in some year election are less dominating.</a:t>
            </a:r>
          </a:p>
          <a:p>
            <a:pPr>
              <a:buFont typeface="Wingdings" panose="05000000000000000000" pitchFamily="2" charset="2"/>
              <a:buChar char="§"/>
            </a:pPr>
            <a:r>
              <a:rPr lang="en-US" sz="1600" dirty="0">
                <a:latin typeface="Times New Roman" panose="02020603050405020304" pitchFamily="18" charset="0"/>
                <a:cs typeface="Times New Roman" panose="02020603050405020304" pitchFamily="18" charset="0"/>
              </a:rPr>
              <a:t>National parties like INC and BJP dominate vote share, but regional parties still play a significant role.</a:t>
            </a:r>
          </a:p>
          <a:p>
            <a:pPr>
              <a:buFont typeface="Wingdings" panose="05000000000000000000" pitchFamily="2" charset="2"/>
              <a:buChar char="§"/>
            </a:pPr>
            <a:r>
              <a:rPr lang="en-US" sz="1600" dirty="0">
                <a:latin typeface="Times New Roman" panose="02020603050405020304" pitchFamily="18" charset="0"/>
                <a:cs typeface="Times New Roman" panose="02020603050405020304" pitchFamily="18" charset="0"/>
              </a:rPr>
              <a:t> Some parties win more seats even with small vote shares, and some parties win low seats with high votes share showing high seats does not mean high votes received.</a:t>
            </a:r>
          </a:p>
          <a:p>
            <a:pPr>
              <a:buFont typeface="Wingdings" panose="05000000000000000000" pitchFamily="2" charset="2"/>
              <a:buChar char="§"/>
            </a:pPr>
            <a:endParaRPr lang="en-US" sz="1600" dirty="0">
              <a:latin typeface="Times New Roman" panose="02020603050405020304" pitchFamily="18" charset="0"/>
              <a:cs typeface="Times New Roman" panose="02020603050405020304" pitchFamily="18" charset="0"/>
            </a:endParaRPr>
          </a:p>
          <a:p>
            <a:pPr>
              <a:buFont typeface="Wingdings" panose="05000000000000000000" pitchFamily="2" charset="2"/>
              <a:buChar char="§"/>
            </a:pPr>
            <a:endParaRPr lang="en-US"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10268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04818-9088-24AC-2B47-5D6639E18C13}"/>
              </a:ext>
            </a:extLst>
          </p:cNvPr>
          <p:cNvSpPr>
            <a:spLocks noGrp="1"/>
          </p:cNvSpPr>
          <p:nvPr>
            <p:ph type="title"/>
          </p:nvPr>
        </p:nvSpPr>
        <p:spPr/>
        <p:txBody>
          <a:bodyPr/>
          <a:lstStyle/>
          <a:p>
            <a:pPr algn="ctr"/>
            <a:r>
              <a:rPr lang="en-US" dirty="0">
                <a:latin typeface="Times New Roman" panose="02020603050405020304" pitchFamily="18" charset="0"/>
                <a:cs typeface="Times New Roman" panose="02020603050405020304" pitchFamily="18" charset="0"/>
              </a:rPr>
              <a:t>FUTURE ENHANCEMENT</a:t>
            </a:r>
          </a:p>
        </p:txBody>
      </p:sp>
      <p:sp>
        <p:nvSpPr>
          <p:cNvPr id="3" name="Content Placeholder 2">
            <a:extLst>
              <a:ext uri="{FF2B5EF4-FFF2-40B4-BE49-F238E27FC236}">
                <a16:creationId xmlns:a16="http://schemas.microsoft.com/office/drawing/2014/main" id="{94BDDA95-D709-FE78-67BF-6EC1DD78B226}"/>
              </a:ext>
            </a:extLst>
          </p:cNvPr>
          <p:cNvSpPr>
            <a:spLocks noGrp="1"/>
          </p:cNvSpPr>
          <p:nvPr>
            <p:ph idx="1"/>
          </p:nvPr>
        </p:nvSpPr>
        <p:spPr>
          <a:xfrm>
            <a:off x="1097280" y="2108201"/>
            <a:ext cx="10058400" cy="3760891"/>
          </a:xfrm>
        </p:spPr>
        <p:txBody>
          <a:bodyPr>
            <a:normAutofit/>
          </a:bodyPr>
          <a:lstStyle/>
          <a:p>
            <a:pPr algn="jus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  Addition of recent election data and to see changes in past and present data.</a:t>
            </a:r>
          </a:p>
          <a:p>
            <a:pPr algn="jus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 Applying predictive algorithm to Predict future election outcomes.</a:t>
            </a:r>
          </a:p>
          <a:p>
            <a:pPr algn="jus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 Applying unsupervised technique to find out state or parliamentary constituency with low turnout% and female representation. This helps the authority to increase awareness in particular area .</a:t>
            </a:r>
          </a:p>
          <a:p>
            <a:pPr algn="jus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 AI driven anomaly detection  automatic flag unusual spikes or drops in voting patterns that deviate from historical trends.</a:t>
            </a:r>
          </a:p>
          <a:p>
            <a:pPr algn="jus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 ML can identify specific regions with unusual low turnout% , enabling targets strategies and actions designed to ensure that all eligible citizens can participate fully .</a:t>
            </a:r>
          </a:p>
        </p:txBody>
      </p:sp>
    </p:spTree>
    <p:extLst>
      <p:ext uri="{BB962C8B-B14F-4D97-AF65-F5344CB8AC3E}">
        <p14:creationId xmlns:p14="http://schemas.microsoft.com/office/powerpoint/2010/main" val="37310024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C5A914-CCC8-F81C-B97E-EF962D61EBB0}"/>
              </a:ext>
            </a:extLst>
          </p:cNvPr>
          <p:cNvSpPr>
            <a:spLocks noGrp="1"/>
          </p:cNvSpPr>
          <p:nvPr>
            <p:ph type="title"/>
          </p:nvPr>
        </p:nvSpPr>
        <p:spPr/>
        <p:txBody>
          <a:bodyPr>
            <a:normAutofit/>
          </a:bodyPr>
          <a:lstStyle/>
          <a:p>
            <a:pPr algn="ctr"/>
            <a:r>
              <a:rPr lang="en-US" dirty="0">
                <a:latin typeface="Times New Roman" panose="02020603050405020304" pitchFamily="18" charset="0"/>
                <a:cs typeface="Times New Roman" panose="02020603050405020304" pitchFamily="18" charset="0"/>
              </a:rPr>
              <a:t>CONCLUSION</a:t>
            </a:r>
          </a:p>
        </p:txBody>
      </p:sp>
      <p:sp>
        <p:nvSpPr>
          <p:cNvPr id="3" name="Content Placeholder 2">
            <a:extLst>
              <a:ext uri="{FF2B5EF4-FFF2-40B4-BE49-F238E27FC236}">
                <a16:creationId xmlns:a16="http://schemas.microsoft.com/office/drawing/2014/main" id="{2EE6DFFB-7AB7-FC1D-22CE-C429A45FCC50}"/>
              </a:ext>
            </a:extLst>
          </p:cNvPr>
          <p:cNvSpPr>
            <a:spLocks noGrp="1"/>
          </p:cNvSpPr>
          <p:nvPr>
            <p:ph idx="1"/>
          </p:nvPr>
        </p:nvSpPr>
        <p:spPr>
          <a:xfrm>
            <a:off x="1097280" y="2024225"/>
            <a:ext cx="10146108" cy="4245946"/>
          </a:xfrm>
        </p:spPr>
        <p:txBody>
          <a:bodyPr>
            <a:normAutofit fontScale="85000" lnSpcReduction="20000"/>
          </a:bodyPr>
          <a:lstStyle/>
          <a:p>
            <a:pPr>
              <a:buFont typeface="Wingdings" panose="05000000000000000000" pitchFamily="2" charset="2"/>
              <a:buChar char="§"/>
            </a:pPr>
            <a:r>
              <a:rPr lang="en-US" dirty="0">
                <a:latin typeface="Times New Roman" panose="02020603050405020304" pitchFamily="18" charset="0"/>
                <a:cs typeface="Times New Roman" panose="02020603050405020304" pitchFamily="18" charset="0"/>
              </a:rPr>
              <a:t>This project analyzed Indian national-level election data to understand voting patterns, candidate performance, party dominance, gender participation, and electoral competitiveness across multiple years and states. Since Indian elections involve thousands of candidates and millions of voters, analyzing such data helps convert a complex democratic process into meaningful insights.</a:t>
            </a:r>
          </a:p>
          <a:p>
            <a:pPr>
              <a:buFont typeface="Wingdings" panose="05000000000000000000" pitchFamily="2" charset="2"/>
              <a:buChar char="§"/>
            </a:pPr>
            <a:r>
              <a:rPr lang="en-US" dirty="0">
                <a:latin typeface="Times New Roman" panose="02020603050405020304" pitchFamily="18" charset="0"/>
                <a:cs typeface="Times New Roman" panose="02020603050405020304" pitchFamily="18" charset="0"/>
              </a:rPr>
              <a:t>Through effective data preprocessing, calculated measures, and interactive dashboards, raw election data was transformed into clear and actionable visual stories. The dashboards highlight how votes translate into seats under the First-Past-The-Post system, how competitive elections are across years, how victory margins differ, and how candidate and gender representation has evolved over time.</a:t>
            </a:r>
          </a:p>
          <a:p>
            <a:pPr>
              <a:buFont typeface="Wingdings" panose="05000000000000000000" pitchFamily="2" charset="2"/>
              <a:buChar char="§"/>
            </a:pPr>
            <a:r>
              <a:rPr lang="en-US" dirty="0">
                <a:latin typeface="Times New Roman" panose="02020603050405020304" pitchFamily="18" charset="0"/>
                <a:cs typeface="Times New Roman" panose="02020603050405020304" pitchFamily="18" charset="0"/>
              </a:rPr>
              <a:t>The project also demonstrates the importance of choosing correct metrics and visuals to avoid misleading interpretations, especially when dealing with large-scale public data. By using slicers and filters, users can explore insights at state, party, year, and candidate levels, making the analysis flexible and user-friendly.</a:t>
            </a:r>
          </a:p>
          <a:p>
            <a:pPr>
              <a:buFont typeface="Wingdings" panose="05000000000000000000" pitchFamily="2" charset="2"/>
              <a:buChar char="§"/>
            </a:pPr>
            <a:r>
              <a:rPr lang="en-US" dirty="0">
                <a:latin typeface="Times New Roman" panose="02020603050405020304" pitchFamily="18" charset="0"/>
                <a:cs typeface="Times New Roman" panose="02020603050405020304" pitchFamily="18" charset="0"/>
              </a:rPr>
              <a:t>Overall, this project shows how data analytics and visualization tools like Power BI can support transparency, better understanding of electoral outcomes, and informed discussions about democracy. It successfully bridges the gap between raw election data and meaningful insights, making complex election trends easy to understand for both technical and non-technical audiences.</a:t>
            </a:r>
          </a:p>
          <a:p>
            <a:endParaRPr lang="en-US" dirty="0">
              <a:latin typeface="Times New Roman" panose="02020603050405020304" pitchFamily="18" charset="0"/>
              <a:cs typeface="Times New Roman" panose="02020603050405020304" pitchFamily="18" charset="0"/>
            </a:endParaRPr>
          </a:p>
          <a:p>
            <a:endParaRPr lang="en-US" dirty="0"/>
          </a:p>
        </p:txBody>
      </p:sp>
    </p:spTree>
    <p:extLst>
      <p:ext uri="{BB962C8B-B14F-4D97-AF65-F5344CB8AC3E}">
        <p14:creationId xmlns:p14="http://schemas.microsoft.com/office/powerpoint/2010/main" val="38575110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60303-9CED-BBF9-1251-590C7FEC3622}"/>
              </a:ext>
            </a:extLst>
          </p:cNvPr>
          <p:cNvSpPr>
            <a:spLocks noGrp="1"/>
          </p:cNvSpPr>
          <p:nvPr>
            <p:ph type="title"/>
          </p:nvPr>
        </p:nvSpPr>
        <p:spPr/>
        <p:txBody>
          <a:bodyPr/>
          <a:lstStyle/>
          <a:p>
            <a:pPr algn="ctr"/>
            <a:r>
              <a:rPr lang="en-US" dirty="0">
                <a:latin typeface="Times New Roman" panose="02020603050405020304" pitchFamily="18" charset="0"/>
                <a:cs typeface="Times New Roman" panose="02020603050405020304" pitchFamily="18" charset="0"/>
              </a:rPr>
              <a:t>ACKNOWLEDGMENT</a:t>
            </a:r>
          </a:p>
        </p:txBody>
      </p:sp>
      <p:sp>
        <p:nvSpPr>
          <p:cNvPr id="3" name="Content Placeholder 2">
            <a:extLst>
              <a:ext uri="{FF2B5EF4-FFF2-40B4-BE49-F238E27FC236}">
                <a16:creationId xmlns:a16="http://schemas.microsoft.com/office/drawing/2014/main" id="{EF7079A6-D704-FF82-E24B-383B0847E734}"/>
              </a:ext>
            </a:extLst>
          </p:cNvPr>
          <p:cNvSpPr>
            <a:spLocks noGrp="1"/>
          </p:cNvSpPr>
          <p:nvPr>
            <p:ph idx="1"/>
          </p:nvPr>
        </p:nvSpPr>
        <p:spPr/>
        <p:txBody>
          <a:bodyPr/>
          <a:lstStyle/>
          <a:p>
            <a:r>
              <a:rPr lang="en-US" sz="1600" dirty="0">
                <a:latin typeface="Times New Roman" panose="02020603050405020304" pitchFamily="18" charset="0"/>
                <a:cs typeface="Times New Roman" panose="02020603050405020304" pitchFamily="18" charset="0"/>
              </a:rPr>
              <a:t>We would like to express our heartfelt gratitude to :</a:t>
            </a:r>
          </a:p>
          <a:p>
            <a:pPr>
              <a:lnSpc>
                <a:spcPct val="100000"/>
              </a:lnSpc>
            </a:pPr>
            <a:r>
              <a:rPr lang="en-US" sz="1600" dirty="0">
                <a:latin typeface="Times New Roman" panose="02020603050405020304" pitchFamily="18" charset="0"/>
                <a:cs typeface="Times New Roman" panose="02020603050405020304" pitchFamily="18" charset="0"/>
              </a:rPr>
              <a:t>Infosys Springboard Team - for organizing this valuable internship opportunity.</a:t>
            </a:r>
          </a:p>
          <a:p>
            <a:pPr>
              <a:lnSpc>
                <a:spcPct val="100000"/>
              </a:lnSpc>
            </a:pPr>
            <a:r>
              <a:rPr lang="en-US" sz="1600" dirty="0">
                <a:latin typeface="Times New Roman" panose="02020603050405020304" pitchFamily="18" charset="0"/>
                <a:cs typeface="Times New Roman" panose="02020603050405020304" pitchFamily="18" charset="0"/>
              </a:rPr>
              <a:t>Our Mentor - for her continuous support and feedback.</a:t>
            </a:r>
          </a:p>
          <a:p>
            <a:pPr>
              <a:lnSpc>
                <a:spcPct val="100000"/>
              </a:lnSpc>
            </a:pPr>
            <a:r>
              <a:rPr lang="en-US" sz="1600" dirty="0">
                <a:latin typeface="Times New Roman" panose="02020603050405020304" pitchFamily="18" charset="0"/>
                <a:cs typeface="Times New Roman" panose="02020603050405020304" pitchFamily="18" charset="0"/>
              </a:rPr>
              <a:t>My Teammates - for collaboration, encouragement, and insights</a:t>
            </a:r>
          </a:p>
          <a:p>
            <a:r>
              <a:rPr lang="en-US" sz="1600" dirty="0">
                <a:latin typeface="Times New Roman" panose="02020603050405020304" pitchFamily="18" charset="0"/>
                <a:cs typeface="Times New Roman" panose="02020603050405020304" pitchFamily="18" charset="0"/>
              </a:rPr>
              <a:t>This internship has been a significant step in our professional growth and technical journey.</a:t>
            </a:r>
          </a:p>
          <a:p>
            <a:br>
              <a:rPr lang="en-US" dirty="0"/>
            </a:br>
            <a:endParaRPr lang="en-US" dirty="0"/>
          </a:p>
        </p:txBody>
      </p:sp>
    </p:spTree>
    <p:extLst>
      <p:ext uri="{BB962C8B-B14F-4D97-AF65-F5344CB8AC3E}">
        <p14:creationId xmlns:p14="http://schemas.microsoft.com/office/powerpoint/2010/main" val="41715673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1993C-E18F-0A5F-3FB6-1FEF67302E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A30247-F29F-4EE8-68F9-8183212E73E8}"/>
              </a:ext>
            </a:extLst>
          </p:cNvPr>
          <p:cNvSpPr>
            <a:spLocks noGrp="1"/>
          </p:cNvSpPr>
          <p:nvPr>
            <p:ph type="title"/>
          </p:nvPr>
        </p:nvSpPr>
        <p:spPr/>
        <p:txBody>
          <a:bodyPr/>
          <a:lstStyle/>
          <a:p>
            <a:pPr algn="ctr"/>
            <a:r>
              <a:rPr lang="en-US" dirty="0">
                <a:latin typeface="Times New Roman" panose="02020603050405020304" pitchFamily="18" charset="0"/>
                <a:cs typeface="Times New Roman" panose="02020603050405020304" pitchFamily="18" charset="0"/>
              </a:rPr>
              <a:t>REFERENCES</a:t>
            </a:r>
          </a:p>
        </p:txBody>
      </p:sp>
      <p:sp>
        <p:nvSpPr>
          <p:cNvPr id="7" name="TextBox 6">
            <a:extLst>
              <a:ext uri="{FF2B5EF4-FFF2-40B4-BE49-F238E27FC236}">
                <a16:creationId xmlns:a16="http://schemas.microsoft.com/office/drawing/2014/main" id="{770FF350-90E2-A1DF-14A0-6F85A987427D}"/>
              </a:ext>
            </a:extLst>
          </p:cNvPr>
          <p:cNvSpPr txBox="1"/>
          <p:nvPr/>
        </p:nvSpPr>
        <p:spPr>
          <a:xfrm>
            <a:off x="1200150" y="2044006"/>
            <a:ext cx="9955530" cy="1785104"/>
          </a:xfrm>
          <a:prstGeom prst="rect">
            <a:avLst/>
          </a:prstGeom>
          <a:noFill/>
        </p:spPr>
        <p:txBody>
          <a:bodyPr wrap="square">
            <a:spAutoFit/>
          </a:bodyPr>
          <a:lstStyle/>
          <a:p>
            <a:pPr rtl="0" fontAlgn="base">
              <a:spcAft>
                <a:spcPts val="1200"/>
              </a:spcAft>
              <a:buFont typeface="Arial" panose="020B0604020202020204" pitchFamily="34" charset="0"/>
              <a:buChar char="•"/>
            </a:pPr>
            <a:r>
              <a:rPr lang="en-US" sz="1800" b="0" i="0" u="none" strike="noStrike" dirty="0">
                <a:solidFill>
                  <a:srgbClr val="0A0A0A"/>
                </a:solidFill>
                <a:effectLst/>
                <a:latin typeface="Times New Roman" panose="02020603050405020304" pitchFamily="18" charset="0"/>
              </a:rPr>
              <a:t>Election Dataset(Indian Election Dataset/ Kaggle source)  </a:t>
            </a:r>
            <a:r>
              <a:rPr lang="en-US" sz="1800" b="0" i="0" u="none" strike="noStrike" dirty="0">
                <a:solidFill>
                  <a:srgbClr val="000000"/>
                </a:solidFill>
                <a:effectLst/>
                <a:latin typeface="Times New Roman" panose="02020603050405020304" pitchFamily="18" charset="0"/>
              </a:rPr>
              <a:t>“Indian Election Dataset” by Nanadan Pandey</a:t>
            </a:r>
            <a:endParaRPr lang="en-US" b="0" dirty="0">
              <a:effectLst/>
            </a:endParaRPr>
          </a:p>
          <a:p>
            <a:pPr rtl="0" fontAlgn="base">
              <a:buFont typeface="Arial" panose="020B0604020202020204" pitchFamily="34" charset="0"/>
              <a:buChar char="•"/>
            </a:pPr>
            <a:r>
              <a:rPr lang="en-US" sz="1800" b="0" i="0" u="none" strike="noStrike" dirty="0">
                <a:solidFill>
                  <a:srgbClr val="0A0A0A"/>
                </a:solidFill>
                <a:effectLst/>
                <a:latin typeface="Times New Roman" panose="02020603050405020304" pitchFamily="18" charset="0"/>
              </a:rPr>
              <a:t>Microsoft Power BI Documentation.</a:t>
            </a:r>
          </a:p>
          <a:p>
            <a:pPr rtl="0" fontAlgn="base">
              <a:spcAft>
                <a:spcPts val="1200"/>
              </a:spcAft>
              <a:buFont typeface="Arial" panose="020B0604020202020204" pitchFamily="34" charset="0"/>
              <a:buChar char="•"/>
            </a:pPr>
            <a:r>
              <a:rPr lang="en-US" sz="1800" b="0" i="0" u="none" strike="noStrike" dirty="0">
                <a:solidFill>
                  <a:srgbClr val="0A0A0A"/>
                </a:solidFill>
                <a:effectLst/>
                <a:latin typeface="Times New Roman" panose="02020603050405020304" pitchFamily="18" charset="0"/>
              </a:rPr>
              <a:t>Infosys Springboard Virtual Internship course materials.</a:t>
            </a:r>
          </a:p>
          <a:p>
            <a:pPr>
              <a:buNone/>
            </a:pPr>
            <a:br>
              <a:rPr lang="en-US" b="0" dirty="0">
                <a:effectLst/>
              </a:rPr>
            </a:br>
            <a:endParaRPr lang="en-US" dirty="0"/>
          </a:p>
        </p:txBody>
      </p:sp>
    </p:spTree>
    <p:extLst>
      <p:ext uri="{BB962C8B-B14F-4D97-AF65-F5344CB8AC3E}">
        <p14:creationId xmlns:p14="http://schemas.microsoft.com/office/powerpoint/2010/main" val="13564003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CF43E-0C31-8CC8-E9F6-B06D535C3264}"/>
              </a:ext>
            </a:extLst>
          </p:cNvPr>
          <p:cNvSpPr>
            <a:spLocks noGrp="1"/>
          </p:cNvSpPr>
          <p:nvPr>
            <p:ph type="title"/>
          </p:nvPr>
        </p:nvSpPr>
        <p:spPr>
          <a:xfrm>
            <a:off x="1066800" y="2302015"/>
            <a:ext cx="10058400" cy="1450757"/>
          </a:xfrm>
        </p:spPr>
        <p:txBody>
          <a:bodyPr/>
          <a:lstStyle/>
          <a:p>
            <a:pPr algn="ctr"/>
            <a:r>
              <a:rPr lang="en-US" dirty="0">
                <a:solidFill>
                  <a:schemeClr val="accent1"/>
                </a:solidFill>
                <a:latin typeface="Times New Roman" panose="02020603050405020304" pitchFamily="18" charset="0"/>
                <a:cs typeface="Times New Roman" panose="02020603050405020304" pitchFamily="18" charset="0"/>
              </a:rPr>
              <a:t>Thank You..</a:t>
            </a:r>
          </a:p>
        </p:txBody>
      </p:sp>
    </p:spTree>
    <p:extLst>
      <p:ext uri="{BB962C8B-B14F-4D97-AF65-F5344CB8AC3E}">
        <p14:creationId xmlns:p14="http://schemas.microsoft.com/office/powerpoint/2010/main" val="1236831797"/>
      </p:ext>
    </p:extLst>
  </p:cSld>
  <p:clrMapOvr>
    <a:masterClrMapping/>
  </p:clrMapOvr>
</p:sld>
</file>

<file path=ppt/theme/theme1.xml><?xml version="1.0" encoding="utf-8"?>
<a:theme xmlns:a="http://schemas.openxmlformats.org/drawingml/2006/main" name="1_RetrospectVTI">
  <a:themeElements>
    <a:clrScheme name="Custom 34">
      <a:dk1>
        <a:sysClr val="windowText" lastClr="000000"/>
      </a:dk1>
      <a:lt1>
        <a:sysClr val="window" lastClr="FFFFFF"/>
      </a:lt1>
      <a:dk2>
        <a:srgbClr val="39302A"/>
      </a:dk2>
      <a:lt2>
        <a:srgbClr val="E5DEDB"/>
      </a:lt2>
      <a:accent1>
        <a:srgbClr val="EC7016"/>
      </a:accent1>
      <a:accent2>
        <a:srgbClr val="F8931D"/>
      </a:accent2>
      <a:accent3>
        <a:srgbClr val="CE8D3E"/>
      </a:accent3>
      <a:accent4>
        <a:srgbClr val="E64823"/>
      </a:accent4>
      <a:accent5>
        <a:srgbClr val="FFCA08"/>
      </a:accent5>
      <a:accent6>
        <a:srgbClr val="9C6A6A"/>
      </a:accent6>
      <a:hlink>
        <a:srgbClr val="2998E3"/>
      </a:hlink>
      <a:folHlink>
        <a:srgbClr val="7F723D"/>
      </a:folHlink>
    </a:clrScheme>
    <a:fontScheme name="Retrospect">
      <a:majorFont>
        <a:latin typeface="Bookman Old Style"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ranklin Gothic Book"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VTI" id="{ABE3C30C-0FC0-4450-828E-52DE70F1BCCB}" vid="{A6E2497D-935A-4CFD-B9FD-6DCB15FA68B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Custom 41">
    <a:dk1>
      <a:sysClr val="windowText" lastClr="000000"/>
    </a:dk1>
    <a:lt1>
      <a:sysClr val="window" lastClr="FFFFFF"/>
    </a:lt1>
    <a:dk2>
      <a:srgbClr val="39302A"/>
    </a:dk2>
    <a:lt2>
      <a:srgbClr val="E5DEDB"/>
    </a:lt2>
    <a:accent1>
      <a:srgbClr val="F36826"/>
    </a:accent1>
    <a:accent2>
      <a:srgbClr val="FB8E09"/>
    </a:accent2>
    <a:accent3>
      <a:srgbClr val="D48B32"/>
    </a:accent3>
    <a:accent4>
      <a:srgbClr val="E64823"/>
    </a:accent4>
    <a:accent5>
      <a:srgbClr val="FFCA08"/>
    </a:accent5>
    <a:accent6>
      <a:srgbClr val="AF695B"/>
    </a:accent6>
    <a:hlink>
      <a:srgbClr val="2998E3"/>
    </a:hlink>
    <a:folHlink>
      <a:srgbClr val="7F723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747A963-53E0-44AF-AF13-963FE676C68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F5B1FD9-3BB6-4DA9-A089-3B68C2323D4F}">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638A3B04-B0F3-4C12-A722-52B5CF6D972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{05299F75-E4AA-410D-A4F6-182A49B97E80}TF427093bb-7ddc-497b-80f4-fe945bcee621ff7241c0_win32-add2936a5c77</Template>
  <TotalTime>910</TotalTime>
  <Words>1228</Words>
  <Application>Microsoft Office PowerPoint</Application>
  <PresentationFormat>Widescreen</PresentationFormat>
  <Paragraphs>96</Paragraphs>
  <Slides>14</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Arial</vt:lpstr>
      <vt:lpstr>Bookman Old Style</vt:lpstr>
      <vt:lpstr>Calibri</vt:lpstr>
      <vt:lpstr>Courier New</vt:lpstr>
      <vt:lpstr>Franklin Gothic Book</vt:lpstr>
      <vt:lpstr>Times New Roman</vt:lpstr>
      <vt:lpstr>Wingdings</vt:lpstr>
      <vt:lpstr>1_RetrospectVTI</vt:lpstr>
      <vt:lpstr>Infosys SpringBoard Virtual Internship - ElectViz Election data Visualization for Media</vt:lpstr>
      <vt:lpstr>INTRODUCTION</vt:lpstr>
      <vt:lpstr>OBJECTIVES</vt:lpstr>
      <vt:lpstr>MILESTONE</vt:lpstr>
      <vt:lpstr>PowerPoint Presentation</vt:lpstr>
      <vt:lpstr>PowerPoint Presentation</vt:lpstr>
      <vt:lpstr>PowerPoint Presentation</vt:lpstr>
      <vt:lpstr>CHALLENGES AND RESOLUTION</vt:lpstr>
      <vt:lpstr>KEY INSIGHTS</vt:lpstr>
      <vt:lpstr>FUTURE ENHANCEMENT</vt:lpstr>
      <vt:lpstr>CONCLUSION</vt:lpstr>
      <vt:lpstr>ACKNOWLEDGMENT</vt:lpstr>
      <vt:lpstr>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Uday Balpande</dc:creator>
  <cp:lastModifiedBy>Uday Balpande</cp:lastModifiedBy>
  <cp:revision>79</cp:revision>
  <dcterms:created xsi:type="dcterms:W3CDTF">2026-02-07T02:59:24Z</dcterms:created>
  <dcterms:modified xsi:type="dcterms:W3CDTF">2026-02-10T16:40:48Z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