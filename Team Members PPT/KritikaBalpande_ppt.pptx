
<file path=[Content_Types].xml><?xml version="1.0" encoding="utf-8"?>
<Types xmlns="http://schemas.openxmlformats.org/package/2006/content-types">
  <Default Extension="avif" ContentType="image/av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7"/>
  </p:notesMasterIdLst>
  <p:sldIdLst>
    <p:sldId id="268" r:id="rId5"/>
    <p:sldId id="311" r:id="rId6"/>
    <p:sldId id="312" r:id="rId7"/>
    <p:sldId id="340" r:id="rId8"/>
    <p:sldId id="347" r:id="rId9"/>
    <p:sldId id="338" r:id="rId10"/>
    <p:sldId id="339" r:id="rId11"/>
    <p:sldId id="343" r:id="rId12"/>
    <p:sldId id="342" r:id="rId13"/>
    <p:sldId id="328" r:id="rId14"/>
    <p:sldId id="345" r:id="rId15"/>
    <p:sldId id="33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10D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19" autoAdjust="0"/>
  </p:normalViewPr>
  <p:slideViewPr>
    <p:cSldViewPr snapToGrid="0">
      <p:cViewPr varScale="1">
        <p:scale>
          <a:sx n="103" d="100"/>
          <a:sy n="103" d="100"/>
        </p:scale>
        <p:origin x="85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_rels/data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g"/><Relationship Id="rId5" Type="http://schemas.openxmlformats.org/officeDocument/2006/relationships/image" Target="../media/image6.png"/><Relationship Id="rId4" Type="http://schemas.openxmlformats.org/officeDocument/2006/relationships/image" Target="../media/image5.jpg"/></Relationships>
</file>

<file path=ppt/diagrams/_rels/drawing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g"/><Relationship Id="rId5" Type="http://schemas.openxmlformats.org/officeDocument/2006/relationships/image" Target="../media/image6.png"/><Relationship Id="rId4" Type="http://schemas.openxmlformats.org/officeDocument/2006/relationships/image" Target="../media/image5.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D76988-0886-4A14-80C0-02DA679BABF7}" type="doc">
      <dgm:prSet loTypeId="urn:microsoft.com/office/officeart/2008/layout/VerticalCurvedList" loCatId="list" qsTypeId="urn:microsoft.com/office/officeart/2005/8/quickstyle/3d3" qsCatId="3D" csTypeId="urn:microsoft.com/office/officeart/2005/8/colors/accent1_2" csCatId="accent1" phldr="1"/>
      <dgm:spPr/>
      <dgm:t>
        <a:bodyPr/>
        <a:lstStyle/>
        <a:p>
          <a:endParaRPr lang="en-US"/>
        </a:p>
      </dgm:t>
    </dgm:pt>
    <dgm:pt modelId="{95E791C8-9AFF-4F99-B820-933611A4168D}">
      <dgm:prSet phldrT="[Text]"/>
      <dgm:spPr/>
      <dgm:t>
        <a:bodyPr/>
        <a:lstStyle/>
        <a:p>
          <a:pPr>
            <a:buSzTx/>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To analyze election data across years, states, and constituencies.</a:t>
          </a:r>
          <a:endParaRPr lang="en-US" dirty="0"/>
        </a:p>
      </dgm:t>
    </dgm:pt>
    <dgm:pt modelId="{6D2BAD37-66A2-439B-BF25-DB7825C8FCF9}" type="parTrans" cxnId="{918FDCDA-7CB6-4458-97BB-21D6394B2DE9}">
      <dgm:prSet/>
      <dgm:spPr/>
      <dgm:t>
        <a:bodyPr/>
        <a:lstStyle/>
        <a:p>
          <a:endParaRPr lang="en-US"/>
        </a:p>
      </dgm:t>
    </dgm:pt>
    <dgm:pt modelId="{D2CE5F07-CAF8-4036-AA04-6D2C6516F1CE}" type="sibTrans" cxnId="{918FDCDA-7CB6-4458-97BB-21D6394B2DE9}">
      <dgm:prSet/>
      <dgm:spPr/>
      <dgm:t>
        <a:bodyPr/>
        <a:lstStyle/>
        <a:p>
          <a:endParaRPr lang="en-US"/>
        </a:p>
      </dgm:t>
    </dgm:pt>
    <dgm:pt modelId="{E6E68ADF-DD1D-4C28-A74B-8EE30439F529}">
      <dgm:prSet phldrT="[Text]"/>
      <dgm:spPr/>
      <dgm:t>
        <a:bodyPr/>
        <a:lstStyle/>
        <a:p>
          <a:pPr>
            <a:buSzTx/>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To study party performance, vote share, and seat dominance.</a:t>
          </a:r>
          <a:endParaRPr lang="en-US" dirty="0"/>
        </a:p>
      </dgm:t>
    </dgm:pt>
    <dgm:pt modelId="{05DD09D7-C325-4FAB-96CB-7C6B7BE9C174}" type="parTrans" cxnId="{D79F35ED-D330-49C5-A71E-747832D6CCF2}">
      <dgm:prSet/>
      <dgm:spPr/>
      <dgm:t>
        <a:bodyPr/>
        <a:lstStyle/>
        <a:p>
          <a:endParaRPr lang="en-US"/>
        </a:p>
      </dgm:t>
    </dgm:pt>
    <dgm:pt modelId="{0D2684D1-3640-4919-90BD-E3A7F3E116D9}" type="sibTrans" cxnId="{D79F35ED-D330-49C5-A71E-747832D6CCF2}">
      <dgm:prSet/>
      <dgm:spPr/>
      <dgm:t>
        <a:bodyPr/>
        <a:lstStyle/>
        <a:p>
          <a:endParaRPr lang="en-US"/>
        </a:p>
      </dgm:t>
    </dgm:pt>
    <dgm:pt modelId="{44CEA2BF-6AFF-4C75-929D-B06FD8BF4F5E}">
      <dgm:prSet phldrT="[Text]" phldr="0"/>
      <dgm:spPr/>
      <dgm:t>
        <a:bodyPr/>
        <a:lstStyle/>
        <a:p>
          <a:pPr>
            <a:buSzTx/>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To understand voter turnout and gender representation.</a:t>
          </a:r>
          <a:endParaRPr lang="en-US" dirty="0"/>
        </a:p>
      </dgm:t>
    </dgm:pt>
    <dgm:pt modelId="{E24F02C6-23F8-4463-917A-5B6BB9D574B9}" type="parTrans" cxnId="{2168155A-B162-4492-BCAB-527DB45CCCC9}">
      <dgm:prSet/>
      <dgm:spPr/>
      <dgm:t>
        <a:bodyPr/>
        <a:lstStyle/>
        <a:p>
          <a:endParaRPr lang="en-US"/>
        </a:p>
      </dgm:t>
    </dgm:pt>
    <dgm:pt modelId="{36A9776F-578C-4C0C-8077-5E1DB2B77276}" type="sibTrans" cxnId="{2168155A-B162-4492-BCAB-527DB45CCCC9}">
      <dgm:prSet/>
      <dgm:spPr/>
      <dgm:t>
        <a:bodyPr/>
        <a:lstStyle/>
        <a:p>
          <a:endParaRPr lang="en-US"/>
        </a:p>
      </dgm:t>
    </dgm:pt>
    <dgm:pt modelId="{7A571E13-2B18-4EAA-8889-22A78E967B5B}">
      <dgm:prSet phldrT="[Text]" phldr="0"/>
      <dgm:spPr/>
      <dgm:t>
        <a:bodyPr/>
        <a:lstStyle/>
        <a:p>
          <a:pPr>
            <a:buSzTx/>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To analyze electoral competitiveness using victory margin and winner strength.</a:t>
          </a:r>
          <a:endParaRPr lang="en-US" dirty="0"/>
        </a:p>
      </dgm:t>
    </dgm:pt>
    <dgm:pt modelId="{DAD9BAE2-D7CA-4B90-97AA-7F66D17F2CEC}" type="parTrans" cxnId="{06388186-3FA8-45C9-B1B9-29294FB65A70}">
      <dgm:prSet/>
      <dgm:spPr/>
      <dgm:t>
        <a:bodyPr/>
        <a:lstStyle/>
        <a:p>
          <a:endParaRPr lang="en-US"/>
        </a:p>
      </dgm:t>
    </dgm:pt>
    <dgm:pt modelId="{3B04A7E9-8EB6-4F44-AA88-E4B256C7AC8C}" type="sibTrans" cxnId="{06388186-3FA8-45C9-B1B9-29294FB65A70}">
      <dgm:prSet/>
      <dgm:spPr/>
      <dgm:t>
        <a:bodyPr/>
        <a:lstStyle/>
        <a:p>
          <a:endParaRPr lang="en-US"/>
        </a:p>
      </dgm:t>
    </dgm:pt>
    <dgm:pt modelId="{7EA175BB-6C86-44B2-AFAF-504C627630EC}">
      <dgm:prSet phldrT="[Text]" phldr="0"/>
      <dgm:spPr/>
      <dgm:t>
        <a:bodyPr/>
        <a:lstStyle/>
        <a:p>
          <a:r>
            <a:rPr lang="en-US" altLang="en-US" dirty="0">
              <a:latin typeface="Times New Roman" panose="02020603050405020304" pitchFamily="18" charset="0"/>
              <a:cs typeface="Times New Roman" panose="02020603050405020304" pitchFamily="18" charset="0"/>
            </a:rPr>
            <a:t>To present insights through interactive and user-friendly dashboards.</a:t>
          </a:r>
          <a:endParaRPr lang="en-US" dirty="0"/>
        </a:p>
      </dgm:t>
    </dgm:pt>
    <dgm:pt modelId="{892685C1-A0E9-4F92-85B2-70CAE5A99C0F}" type="parTrans" cxnId="{7D96B147-F5F9-43A3-8FB6-9F52E59FF1CC}">
      <dgm:prSet/>
      <dgm:spPr/>
      <dgm:t>
        <a:bodyPr/>
        <a:lstStyle/>
        <a:p>
          <a:endParaRPr lang="en-US"/>
        </a:p>
      </dgm:t>
    </dgm:pt>
    <dgm:pt modelId="{3ADB8AFD-1D29-44DD-88FE-C64FC7AECEF2}" type="sibTrans" cxnId="{7D96B147-F5F9-43A3-8FB6-9F52E59FF1CC}">
      <dgm:prSet/>
      <dgm:spPr/>
      <dgm:t>
        <a:bodyPr/>
        <a:lstStyle/>
        <a:p>
          <a:endParaRPr lang="en-US"/>
        </a:p>
      </dgm:t>
    </dgm:pt>
    <dgm:pt modelId="{4C30C09E-19F6-4B7D-BB1B-D1CE4018CED9}" type="pres">
      <dgm:prSet presAssocID="{FFD76988-0886-4A14-80C0-02DA679BABF7}" presName="Name0" presStyleCnt="0">
        <dgm:presLayoutVars>
          <dgm:chMax val="7"/>
          <dgm:chPref val="7"/>
          <dgm:dir/>
        </dgm:presLayoutVars>
      </dgm:prSet>
      <dgm:spPr/>
    </dgm:pt>
    <dgm:pt modelId="{AB8AB5D7-7F05-4F80-8EDC-010E64DCA1B0}" type="pres">
      <dgm:prSet presAssocID="{FFD76988-0886-4A14-80C0-02DA679BABF7}" presName="Name1" presStyleCnt="0"/>
      <dgm:spPr/>
    </dgm:pt>
    <dgm:pt modelId="{17D38A4F-46FC-49D1-A48D-05A5CDC5FE16}" type="pres">
      <dgm:prSet presAssocID="{FFD76988-0886-4A14-80C0-02DA679BABF7}" presName="cycle" presStyleCnt="0"/>
      <dgm:spPr/>
    </dgm:pt>
    <dgm:pt modelId="{9D0A6BE7-B39E-48AB-8C95-4E58AFC634FA}" type="pres">
      <dgm:prSet presAssocID="{FFD76988-0886-4A14-80C0-02DA679BABF7}" presName="srcNode" presStyleLbl="node1" presStyleIdx="0" presStyleCnt="5"/>
      <dgm:spPr/>
    </dgm:pt>
    <dgm:pt modelId="{886D8A51-FC19-4516-9924-9295C4FE4C64}" type="pres">
      <dgm:prSet presAssocID="{FFD76988-0886-4A14-80C0-02DA679BABF7}" presName="conn" presStyleLbl="parChTrans1D2" presStyleIdx="0" presStyleCnt="1"/>
      <dgm:spPr/>
    </dgm:pt>
    <dgm:pt modelId="{16E69F09-AD23-42EC-A25A-CB86FE85D5E5}" type="pres">
      <dgm:prSet presAssocID="{FFD76988-0886-4A14-80C0-02DA679BABF7}" presName="extraNode" presStyleLbl="node1" presStyleIdx="0" presStyleCnt="5"/>
      <dgm:spPr/>
    </dgm:pt>
    <dgm:pt modelId="{84F3D301-B61B-461F-9A4D-611BEFC24A22}" type="pres">
      <dgm:prSet presAssocID="{FFD76988-0886-4A14-80C0-02DA679BABF7}" presName="dstNode" presStyleLbl="node1" presStyleIdx="0" presStyleCnt="5"/>
      <dgm:spPr/>
    </dgm:pt>
    <dgm:pt modelId="{128AEA13-1B5B-484E-9CBF-FF646E8EE1B8}" type="pres">
      <dgm:prSet presAssocID="{95E791C8-9AFF-4F99-B820-933611A4168D}" presName="text_1" presStyleLbl="node1" presStyleIdx="0" presStyleCnt="5">
        <dgm:presLayoutVars>
          <dgm:bulletEnabled val="1"/>
        </dgm:presLayoutVars>
      </dgm:prSet>
      <dgm:spPr/>
    </dgm:pt>
    <dgm:pt modelId="{7F4A63A0-C114-4EE3-AB72-FE884D2898B2}" type="pres">
      <dgm:prSet presAssocID="{95E791C8-9AFF-4F99-B820-933611A4168D}" presName="accent_1" presStyleCnt="0"/>
      <dgm:spPr/>
    </dgm:pt>
    <dgm:pt modelId="{F3FF85F1-C355-42A6-8C7F-8E9D0A29E0D2}" type="pres">
      <dgm:prSet presAssocID="{95E791C8-9AFF-4F99-B820-933611A4168D}" presName="accentRepeatNode" presStyleLbl="solidFgAcc1" presStyleIdx="0" presStyleCnt="5"/>
      <dgm:spPr/>
    </dgm:pt>
    <dgm:pt modelId="{7B09A940-6AF4-4D59-821A-2940E0334510}" type="pres">
      <dgm:prSet presAssocID="{E6E68ADF-DD1D-4C28-A74B-8EE30439F529}" presName="text_2" presStyleLbl="node1" presStyleIdx="1" presStyleCnt="5">
        <dgm:presLayoutVars>
          <dgm:bulletEnabled val="1"/>
        </dgm:presLayoutVars>
      </dgm:prSet>
      <dgm:spPr/>
    </dgm:pt>
    <dgm:pt modelId="{31BC482F-C2AD-44C8-9D09-84CB4F2E320B}" type="pres">
      <dgm:prSet presAssocID="{E6E68ADF-DD1D-4C28-A74B-8EE30439F529}" presName="accent_2" presStyleCnt="0"/>
      <dgm:spPr/>
    </dgm:pt>
    <dgm:pt modelId="{35AD9237-9DF6-4B53-A8A8-0C110FF9736A}" type="pres">
      <dgm:prSet presAssocID="{E6E68ADF-DD1D-4C28-A74B-8EE30439F529}" presName="accentRepeatNode" presStyleLbl="solidFgAcc1" presStyleIdx="1" presStyleCnt="5"/>
      <dgm:spPr/>
    </dgm:pt>
    <dgm:pt modelId="{888176E3-39A2-4255-B9ED-4EFA8A5BA244}" type="pres">
      <dgm:prSet presAssocID="{44CEA2BF-6AFF-4C75-929D-B06FD8BF4F5E}" presName="text_3" presStyleLbl="node1" presStyleIdx="2" presStyleCnt="5">
        <dgm:presLayoutVars>
          <dgm:bulletEnabled val="1"/>
        </dgm:presLayoutVars>
      </dgm:prSet>
      <dgm:spPr/>
    </dgm:pt>
    <dgm:pt modelId="{1BF69D08-917C-437F-86A9-2735971F3E19}" type="pres">
      <dgm:prSet presAssocID="{44CEA2BF-6AFF-4C75-929D-B06FD8BF4F5E}" presName="accent_3" presStyleCnt="0"/>
      <dgm:spPr/>
    </dgm:pt>
    <dgm:pt modelId="{39B2BD37-2401-4B13-95C4-9B8034E45501}" type="pres">
      <dgm:prSet presAssocID="{44CEA2BF-6AFF-4C75-929D-B06FD8BF4F5E}" presName="accentRepeatNode" presStyleLbl="solidFgAcc1" presStyleIdx="2" presStyleCnt="5"/>
      <dgm:spPr/>
    </dgm:pt>
    <dgm:pt modelId="{DE692340-F96D-4D48-AF8F-FD22CEF142F8}" type="pres">
      <dgm:prSet presAssocID="{7A571E13-2B18-4EAA-8889-22A78E967B5B}" presName="text_4" presStyleLbl="node1" presStyleIdx="3" presStyleCnt="5">
        <dgm:presLayoutVars>
          <dgm:bulletEnabled val="1"/>
        </dgm:presLayoutVars>
      </dgm:prSet>
      <dgm:spPr/>
    </dgm:pt>
    <dgm:pt modelId="{A29794AD-E61F-4D07-87C1-21CBADC1B4EE}" type="pres">
      <dgm:prSet presAssocID="{7A571E13-2B18-4EAA-8889-22A78E967B5B}" presName="accent_4" presStyleCnt="0"/>
      <dgm:spPr/>
    </dgm:pt>
    <dgm:pt modelId="{90191CF9-457D-4D46-83E5-B854A515BBD0}" type="pres">
      <dgm:prSet presAssocID="{7A571E13-2B18-4EAA-8889-22A78E967B5B}" presName="accentRepeatNode" presStyleLbl="solidFgAcc1" presStyleIdx="3" presStyleCnt="5"/>
      <dgm:spPr/>
    </dgm:pt>
    <dgm:pt modelId="{0CF915A4-EDF1-452B-BF5F-C3BD602A78EC}" type="pres">
      <dgm:prSet presAssocID="{7EA175BB-6C86-44B2-AFAF-504C627630EC}" presName="text_5" presStyleLbl="node1" presStyleIdx="4" presStyleCnt="5">
        <dgm:presLayoutVars>
          <dgm:bulletEnabled val="1"/>
        </dgm:presLayoutVars>
      </dgm:prSet>
      <dgm:spPr/>
    </dgm:pt>
    <dgm:pt modelId="{0535BA9E-4AD2-44CC-8669-03231BEEB2F3}" type="pres">
      <dgm:prSet presAssocID="{7EA175BB-6C86-44B2-AFAF-504C627630EC}" presName="accent_5" presStyleCnt="0"/>
      <dgm:spPr/>
    </dgm:pt>
    <dgm:pt modelId="{34B541B1-201E-4E6B-9CA4-63FB4AE60289}" type="pres">
      <dgm:prSet presAssocID="{7EA175BB-6C86-44B2-AFAF-504C627630EC}" presName="accentRepeatNode" presStyleLbl="solidFgAcc1" presStyleIdx="4" presStyleCnt="5"/>
      <dgm:spPr/>
    </dgm:pt>
  </dgm:ptLst>
  <dgm:cxnLst>
    <dgm:cxn modelId="{CECED138-EB10-4310-A3A8-1A23101E0160}" type="presOf" srcId="{7EA175BB-6C86-44B2-AFAF-504C627630EC}" destId="{0CF915A4-EDF1-452B-BF5F-C3BD602A78EC}" srcOrd="0" destOrd="0" presId="urn:microsoft.com/office/officeart/2008/layout/VerticalCurvedList"/>
    <dgm:cxn modelId="{C412573D-8DE1-4DA5-BF4E-463499758B25}" type="presOf" srcId="{E6E68ADF-DD1D-4C28-A74B-8EE30439F529}" destId="{7B09A940-6AF4-4D59-821A-2940E0334510}" srcOrd="0" destOrd="0" presId="urn:microsoft.com/office/officeart/2008/layout/VerticalCurvedList"/>
    <dgm:cxn modelId="{7D96B147-F5F9-43A3-8FB6-9F52E59FF1CC}" srcId="{FFD76988-0886-4A14-80C0-02DA679BABF7}" destId="{7EA175BB-6C86-44B2-AFAF-504C627630EC}" srcOrd="4" destOrd="0" parTransId="{892685C1-A0E9-4F92-85B2-70CAE5A99C0F}" sibTransId="{3ADB8AFD-1D29-44DD-88FE-C64FC7AECEF2}"/>
    <dgm:cxn modelId="{48DBD24F-015A-4C64-99F7-6CBAADE5E02E}" type="presOf" srcId="{D2CE5F07-CAF8-4036-AA04-6D2C6516F1CE}" destId="{886D8A51-FC19-4516-9924-9295C4FE4C64}" srcOrd="0" destOrd="0" presId="urn:microsoft.com/office/officeart/2008/layout/VerticalCurvedList"/>
    <dgm:cxn modelId="{2168155A-B162-4492-BCAB-527DB45CCCC9}" srcId="{FFD76988-0886-4A14-80C0-02DA679BABF7}" destId="{44CEA2BF-6AFF-4C75-929D-B06FD8BF4F5E}" srcOrd="2" destOrd="0" parTransId="{E24F02C6-23F8-4463-917A-5B6BB9D574B9}" sibTransId="{36A9776F-578C-4C0C-8077-5E1DB2B77276}"/>
    <dgm:cxn modelId="{06388186-3FA8-45C9-B1B9-29294FB65A70}" srcId="{FFD76988-0886-4A14-80C0-02DA679BABF7}" destId="{7A571E13-2B18-4EAA-8889-22A78E967B5B}" srcOrd="3" destOrd="0" parTransId="{DAD9BAE2-D7CA-4B90-97AA-7F66D17F2CEC}" sibTransId="{3B04A7E9-8EB6-4F44-AA88-E4B256C7AC8C}"/>
    <dgm:cxn modelId="{BE71168C-2D51-48F5-BC61-E7FFBE3F769E}" type="presOf" srcId="{44CEA2BF-6AFF-4C75-929D-B06FD8BF4F5E}" destId="{888176E3-39A2-4255-B9ED-4EFA8A5BA244}" srcOrd="0" destOrd="0" presId="urn:microsoft.com/office/officeart/2008/layout/VerticalCurvedList"/>
    <dgm:cxn modelId="{4181899E-31E4-4985-BEF4-E1BB92AF344D}" type="presOf" srcId="{FFD76988-0886-4A14-80C0-02DA679BABF7}" destId="{4C30C09E-19F6-4B7D-BB1B-D1CE4018CED9}" srcOrd="0" destOrd="0" presId="urn:microsoft.com/office/officeart/2008/layout/VerticalCurvedList"/>
    <dgm:cxn modelId="{202FA2AF-00DF-4FF4-B5D4-6D09DA0C6FCF}" type="presOf" srcId="{7A571E13-2B18-4EAA-8889-22A78E967B5B}" destId="{DE692340-F96D-4D48-AF8F-FD22CEF142F8}" srcOrd="0" destOrd="0" presId="urn:microsoft.com/office/officeart/2008/layout/VerticalCurvedList"/>
    <dgm:cxn modelId="{72E46CC0-1EE4-46AB-AA93-9D57678257A3}" type="presOf" srcId="{95E791C8-9AFF-4F99-B820-933611A4168D}" destId="{128AEA13-1B5B-484E-9CBF-FF646E8EE1B8}" srcOrd="0" destOrd="0" presId="urn:microsoft.com/office/officeart/2008/layout/VerticalCurvedList"/>
    <dgm:cxn modelId="{918FDCDA-7CB6-4458-97BB-21D6394B2DE9}" srcId="{FFD76988-0886-4A14-80C0-02DA679BABF7}" destId="{95E791C8-9AFF-4F99-B820-933611A4168D}" srcOrd="0" destOrd="0" parTransId="{6D2BAD37-66A2-439B-BF25-DB7825C8FCF9}" sibTransId="{D2CE5F07-CAF8-4036-AA04-6D2C6516F1CE}"/>
    <dgm:cxn modelId="{D79F35ED-D330-49C5-A71E-747832D6CCF2}" srcId="{FFD76988-0886-4A14-80C0-02DA679BABF7}" destId="{E6E68ADF-DD1D-4C28-A74B-8EE30439F529}" srcOrd="1" destOrd="0" parTransId="{05DD09D7-C325-4FAB-96CB-7C6B7BE9C174}" sibTransId="{0D2684D1-3640-4919-90BD-E3A7F3E116D9}"/>
    <dgm:cxn modelId="{D1464327-0A69-4445-B0D2-CF250AC0738A}" type="presParOf" srcId="{4C30C09E-19F6-4B7D-BB1B-D1CE4018CED9}" destId="{AB8AB5D7-7F05-4F80-8EDC-010E64DCA1B0}" srcOrd="0" destOrd="0" presId="urn:microsoft.com/office/officeart/2008/layout/VerticalCurvedList"/>
    <dgm:cxn modelId="{792BA92E-3BD2-4EFD-8EE9-5A5FB33452DF}" type="presParOf" srcId="{AB8AB5D7-7F05-4F80-8EDC-010E64DCA1B0}" destId="{17D38A4F-46FC-49D1-A48D-05A5CDC5FE16}" srcOrd="0" destOrd="0" presId="urn:microsoft.com/office/officeart/2008/layout/VerticalCurvedList"/>
    <dgm:cxn modelId="{9C356DA2-C640-41DB-BA8C-3C7012AE9AC7}" type="presParOf" srcId="{17D38A4F-46FC-49D1-A48D-05A5CDC5FE16}" destId="{9D0A6BE7-B39E-48AB-8C95-4E58AFC634FA}" srcOrd="0" destOrd="0" presId="urn:microsoft.com/office/officeart/2008/layout/VerticalCurvedList"/>
    <dgm:cxn modelId="{4E026057-4F0B-44BC-A2B5-80ADFAD2BA86}" type="presParOf" srcId="{17D38A4F-46FC-49D1-A48D-05A5CDC5FE16}" destId="{886D8A51-FC19-4516-9924-9295C4FE4C64}" srcOrd="1" destOrd="0" presId="urn:microsoft.com/office/officeart/2008/layout/VerticalCurvedList"/>
    <dgm:cxn modelId="{B73BF2F3-3560-464E-ACA0-9EF7A545560B}" type="presParOf" srcId="{17D38A4F-46FC-49D1-A48D-05A5CDC5FE16}" destId="{16E69F09-AD23-42EC-A25A-CB86FE85D5E5}" srcOrd="2" destOrd="0" presId="urn:microsoft.com/office/officeart/2008/layout/VerticalCurvedList"/>
    <dgm:cxn modelId="{016EC4B6-8B1C-4047-9A2A-2985F552CB3A}" type="presParOf" srcId="{17D38A4F-46FC-49D1-A48D-05A5CDC5FE16}" destId="{84F3D301-B61B-461F-9A4D-611BEFC24A22}" srcOrd="3" destOrd="0" presId="urn:microsoft.com/office/officeart/2008/layout/VerticalCurvedList"/>
    <dgm:cxn modelId="{9BDAAD98-7DF8-4A50-999B-CE20D3505893}" type="presParOf" srcId="{AB8AB5D7-7F05-4F80-8EDC-010E64DCA1B0}" destId="{128AEA13-1B5B-484E-9CBF-FF646E8EE1B8}" srcOrd="1" destOrd="0" presId="urn:microsoft.com/office/officeart/2008/layout/VerticalCurvedList"/>
    <dgm:cxn modelId="{FFC45A64-0B1B-4C2F-9743-8D719F9A9D87}" type="presParOf" srcId="{AB8AB5D7-7F05-4F80-8EDC-010E64DCA1B0}" destId="{7F4A63A0-C114-4EE3-AB72-FE884D2898B2}" srcOrd="2" destOrd="0" presId="urn:microsoft.com/office/officeart/2008/layout/VerticalCurvedList"/>
    <dgm:cxn modelId="{0049CDCF-B41D-4713-9356-4FE427D43059}" type="presParOf" srcId="{7F4A63A0-C114-4EE3-AB72-FE884D2898B2}" destId="{F3FF85F1-C355-42A6-8C7F-8E9D0A29E0D2}" srcOrd="0" destOrd="0" presId="urn:microsoft.com/office/officeart/2008/layout/VerticalCurvedList"/>
    <dgm:cxn modelId="{5FE224A3-5C4C-42FA-A870-BD2C33E2CB3B}" type="presParOf" srcId="{AB8AB5D7-7F05-4F80-8EDC-010E64DCA1B0}" destId="{7B09A940-6AF4-4D59-821A-2940E0334510}" srcOrd="3" destOrd="0" presId="urn:microsoft.com/office/officeart/2008/layout/VerticalCurvedList"/>
    <dgm:cxn modelId="{9EB79C68-2D66-453E-98AE-1A56B8A8C08C}" type="presParOf" srcId="{AB8AB5D7-7F05-4F80-8EDC-010E64DCA1B0}" destId="{31BC482F-C2AD-44C8-9D09-84CB4F2E320B}" srcOrd="4" destOrd="0" presId="urn:microsoft.com/office/officeart/2008/layout/VerticalCurvedList"/>
    <dgm:cxn modelId="{87E24E72-684F-43A7-8162-4D29F6FEEA66}" type="presParOf" srcId="{31BC482F-C2AD-44C8-9D09-84CB4F2E320B}" destId="{35AD9237-9DF6-4B53-A8A8-0C110FF9736A}" srcOrd="0" destOrd="0" presId="urn:microsoft.com/office/officeart/2008/layout/VerticalCurvedList"/>
    <dgm:cxn modelId="{290C0A9E-9B48-4CB8-8A7A-8DAC8BCE148E}" type="presParOf" srcId="{AB8AB5D7-7F05-4F80-8EDC-010E64DCA1B0}" destId="{888176E3-39A2-4255-B9ED-4EFA8A5BA244}" srcOrd="5" destOrd="0" presId="urn:microsoft.com/office/officeart/2008/layout/VerticalCurvedList"/>
    <dgm:cxn modelId="{DF011848-A8EC-4F3A-A460-5FA5470CA3A9}" type="presParOf" srcId="{AB8AB5D7-7F05-4F80-8EDC-010E64DCA1B0}" destId="{1BF69D08-917C-437F-86A9-2735971F3E19}" srcOrd="6" destOrd="0" presId="urn:microsoft.com/office/officeart/2008/layout/VerticalCurvedList"/>
    <dgm:cxn modelId="{03A9EA28-C046-4406-A6AE-75B5C89A8AC8}" type="presParOf" srcId="{1BF69D08-917C-437F-86A9-2735971F3E19}" destId="{39B2BD37-2401-4B13-95C4-9B8034E45501}" srcOrd="0" destOrd="0" presId="urn:microsoft.com/office/officeart/2008/layout/VerticalCurvedList"/>
    <dgm:cxn modelId="{C9194B0E-BA95-40F5-BBC3-8183147D7CDF}" type="presParOf" srcId="{AB8AB5D7-7F05-4F80-8EDC-010E64DCA1B0}" destId="{DE692340-F96D-4D48-AF8F-FD22CEF142F8}" srcOrd="7" destOrd="0" presId="urn:microsoft.com/office/officeart/2008/layout/VerticalCurvedList"/>
    <dgm:cxn modelId="{4C743194-948C-4928-99E0-EBC127FCB0D5}" type="presParOf" srcId="{AB8AB5D7-7F05-4F80-8EDC-010E64DCA1B0}" destId="{A29794AD-E61F-4D07-87C1-21CBADC1B4EE}" srcOrd="8" destOrd="0" presId="urn:microsoft.com/office/officeart/2008/layout/VerticalCurvedList"/>
    <dgm:cxn modelId="{77649F41-DD35-431B-91A4-5ED48E3AAA5B}" type="presParOf" srcId="{A29794AD-E61F-4D07-87C1-21CBADC1B4EE}" destId="{90191CF9-457D-4D46-83E5-B854A515BBD0}" srcOrd="0" destOrd="0" presId="urn:microsoft.com/office/officeart/2008/layout/VerticalCurvedList"/>
    <dgm:cxn modelId="{6A49078F-EFE4-4571-981F-BD9CA065C266}" type="presParOf" srcId="{AB8AB5D7-7F05-4F80-8EDC-010E64DCA1B0}" destId="{0CF915A4-EDF1-452B-BF5F-C3BD602A78EC}" srcOrd="9" destOrd="0" presId="urn:microsoft.com/office/officeart/2008/layout/VerticalCurvedList"/>
    <dgm:cxn modelId="{8CEC217F-FAE4-40C4-BDFD-A2FC8CD981CF}" type="presParOf" srcId="{AB8AB5D7-7F05-4F80-8EDC-010E64DCA1B0}" destId="{0535BA9E-4AD2-44CC-8669-03231BEEB2F3}" srcOrd="10" destOrd="0" presId="urn:microsoft.com/office/officeart/2008/layout/VerticalCurvedList"/>
    <dgm:cxn modelId="{1D4C2ECD-7B40-44C2-988A-F36E95D40CCD}" type="presParOf" srcId="{0535BA9E-4AD2-44CC-8669-03231BEEB2F3}" destId="{34B541B1-201E-4E6B-9CA4-63FB4AE60289}"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110C394-FC5B-4ADE-8C43-3BD896A8C2E3}" type="doc">
      <dgm:prSet loTypeId="urn:microsoft.com/office/officeart/2008/layout/IncreasingCircleProcess" loCatId="list" qsTypeId="urn:microsoft.com/office/officeart/2005/8/quickstyle/simple1" qsCatId="simple" csTypeId="urn:microsoft.com/office/officeart/2005/8/colors/accent1_2" csCatId="accent1" phldr="1"/>
      <dgm:spPr/>
      <dgm:t>
        <a:bodyPr/>
        <a:lstStyle/>
        <a:p>
          <a:endParaRPr lang="en-US"/>
        </a:p>
      </dgm:t>
    </dgm:pt>
    <dgm:pt modelId="{3003CFED-D7A8-4AC7-899E-5205F3AE5F70}">
      <dgm:prSet phldrT="[Text]" phldr="0" custT="1"/>
      <dgm:spPr/>
      <dgm:t>
        <a:bodyPr/>
        <a:lstStyle/>
        <a:p>
          <a:r>
            <a:rPr lang="en-US" sz="2000" dirty="0">
              <a:latin typeface="Times New Roman" panose="02020603050405020304" pitchFamily="18" charset="0"/>
              <a:cs typeface="Times New Roman" panose="02020603050405020304" pitchFamily="18" charset="0"/>
            </a:rPr>
            <a:t>Milestone 1</a:t>
          </a:r>
        </a:p>
      </dgm:t>
    </dgm:pt>
    <dgm:pt modelId="{6A8B3E85-9034-4F58-9F9A-0E5465D3C520}" type="parTrans" cxnId="{78B08BDD-5668-4E2E-BE24-2D8DC893242D}">
      <dgm:prSet/>
      <dgm:spPr/>
      <dgm:t>
        <a:bodyPr/>
        <a:lstStyle/>
        <a:p>
          <a:endParaRPr lang="en-US"/>
        </a:p>
      </dgm:t>
    </dgm:pt>
    <dgm:pt modelId="{CE99363C-C9EA-4302-9254-33BC6DE1C02A}" type="sibTrans" cxnId="{78B08BDD-5668-4E2E-BE24-2D8DC893242D}">
      <dgm:prSet/>
      <dgm:spPr/>
      <dgm:t>
        <a:bodyPr/>
        <a:lstStyle/>
        <a:p>
          <a:endParaRPr lang="en-US"/>
        </a:p>
      </dgm:t>
    </dgm:pt>
    <dgm:pt modelId="{13A28C39-0836-4648-BBC3-049CD304DB6C}">
      <dgm:prSet phldrT="[Text]" phldr="0" custT="1"/>
      <dgm:spPr/>
      <dgm:t>
        <a:bodyPr/>
        <a:lstStyle/>
        <a:p>
          <a:r>
            <a:rPr lang="en-US" sz="2000" dirty="0">
              <a:latin typeface="Times New Roman" panose="02020603050405020304" pitchFamily="18" charset="0"/>
              <a:cs typeface="Times New Roman" panose="02020603050405020304" pitchFamily="18" charset="0"/>
            </a:rPr>
            <a:t>Milestone 2</a:t>
          </a:r>
        </a:p>
      </dgm:t>
    </dgm:pt>
    <dgm:pt modelId="{7C825BB2-5CC1-4DC2-8F00-25B1B44233E9}" type="parTrans" cxnId="{595AC000-0B6C-4AFC-810B-35BBF3A83289}">
      <dgm:prSet/>
      <dgm:spPr/>
      <dgm:t>
        <a:bodyPr/>
        <a:lstStyle/>
        <a:p>
          <a:endParaRPr lang="en-US"/>
        </a:p>
      </dgm:t>
    </dgm:pt>
    <dgm:pt modelId="{ABAF4D24-584A-4A33-A238-6E372CB08126}" type="sibTrans" cxnId="{595AC000-0B6C-4AFC-810B-35BBF3A83289}">
      <dgm:prSet/>
      <dgm:spPr/>
      <dgm:t>
        <a:bodyPr/>
        <a:lstStyle/>
        <a:p>
          <a:endParaRPr lang="en-US"/>
        </a:p>
      </dgm:t>
    </dgm:pt>
    <dgm:pt modelId="{A3502CF3-CC82-48A2-B1E7-A031BB0A4CB0}">
      <dgm:prSet phldrT="[Text]" phldr="0" custT="1"/>
      <dgm:spPr/>
      <dgm:t>
        <a:bodyPr/>
        <a:lstStyle/>
        <a:p>
          <a:r>
            <a:rPr lang="en-US" sz="2000" dirty="0">
              <a:latin typeface="Times New Roman" panose="02020603050405020304" pitchFamily="18" charset="0"/>
              <a:cs typeface="Times New Roman" panose="02020603050405020304" pitchFamily="18" charset="0"/>
            </a:rPr>
            <a:t>Milestone 3</a:t>
          </a:r>
        </a:p>
      </dgm:t>
    </dgm:pt>
    <dgm:pt modelId="{06F43E68-6D23-4758-9CD7-B0BCC856336C}" type="parTrans" cxnId="{D4EAC55E-31AA-4D2C-B681-F350DAEDC731}">
      <dgm:prSet/>
      <dgm:spPr/>
      <dgm:t>
        <a:bodyPr/>
        <a:lstStyle/>
        <a:p>
          <a:endParaRPr lang="en-US"/>
        </a:p>
      </dgm:t>
    </dgm:pt>
    <dgm:pt modelId="{3EC7D091-B238-4DE5-B789-BBE4CFBB765C}" type="sibTrans" cxnId="{D4EAC55E-31AA-4D2C-B681-F350DAEDC731}">
      <dgm:prSet/>
      <dgm:spPr/>
      <dgm:t>
        <a:bodyPr/>
        <a:lstStyle/>
        <a:p>
          <a:endParaRPr lang="en-US"/>
        </a:p>
      </dgm:t>
    </dgm:pt>
    <dgm:pt modelId="{875751DE-C936-495B-80A7-2BB0DAA962C4}">
      <dgm:prSet/>
      <dgm:spPr/>
      <dgm:t>
        <a:bodyPr/>
        <a:lstStyle/>
        <a:p>
          <a:endParaRPr lang="en-US"/>
        </a:p>
      </dgm:t>
    </dgm:pt>
    <dgm:pt modelId="{871AD47D-20C2-43D1-B7FF-F52DA87E364D}" type="parTrans" cxnId="{BEED49EF-75FA-4312-8559-1D22C5C4AB18}">
      <dgm:prSet/>
      <dgm:spPr/>
      <dgm:t>
        <a:bodyPr/>
        <a:lstStyle/>
        <a:p>
          <a:endParaRPr lang="en-US"/>
        </a:p>
      </dgm:t>
    </dgm:pt>
    <dgm:pt modelId="{00FCEFBE-3D9C-47CE-A2EB-3A0839C29404}" type="sibTrans" cxnId="{BEED49EF-75FA-4312-8559-1D22C5C4AB18}">
      <dgm:prSet/>
      <dgm:spPr/>
      <dgm:t>
        <a:bodyPr/>
        <a:lstStyle/>
        <a:p>
          <a:endParaRPr lang="en-US"/>
        </a:p>
      </dgm:t>
    </dgm:pt>
    <dgm:pt modelId="{DF5CBD29-CF35-4439-82A1-47C667934670}" type="pres">
      <dgm:prSet presAssocID="{1110C394-FC5B-4ADE-8C43-3BD896A8C2E3}" presName="Name0" presStyleCnt="0">
        <dgm:presLayoutVars>
          <dgm:chMax val="7"/>
          <dgm:chPref val="7"/>
          <dgm:dir/>
          <dgm:animOne val="branch"/>
          <dgm:animLvl val="lvl"/>
        </dgm:presLayoutVars>
      </dgm:prSet>
      <dgm:spPr/>
    </dgm:pt>
    <dgm:pt modelId="{8D3B70D9-B328-47D7-B562-B44A5110957B}" type="pres">
      <dgm:prSet presAssocID="{3003CFED-D7A8-4AC7-899E-5205F3AE5F70}" presName="composite" presStyleCnt="0"/>
      <dgm:spPr/>
    </dgm:pt>
    <dgm:pt modelId="{8A1D3FCE-0E75-46B0-93A7-9063FBA550E3}" type="pres">
      <dgm:prSet presAssocID="{3003CFED-D7A8-4AC7-899E-5205F3AE5F70}" presName="BackAccent" presStyleLbl="bgShp" presStyleIdx="0" presStyleCnt="4"/>
      <dgm:spPr/>
    </dgm:pt>
    <dgm:pt modelId="{D300464F-C243-4502-ADE1-9CE2B8275FA8}" type="pres">
      <dgm:prSet presAssocID="{3003CFED-D7A8-4AC7-899E-5205F3AE5F70}" presName="Accent" presStyleLbl="alignNode1" presStyleIdx="0" presStyleCnt="4"/>
      <dgm:spPr/>
    </dgm:pt>
    <dgm:pt modelId="{0F4BE3FC-340F-4680-B6A1-9DF363E7118B}" type="pres">
      <dgm:prSet presAssocID="{3003CFED-D7A8-4AC7-899E-5205F3AE5F70}" presName="Child" presStyleLbl="revTx" presStyleIdx="0" presStyleCnt="4" custScaleY="99177" custLinFactNeighborX="-504" custLinFactNeighborY="23748">
        <dgm:presLayoutVars>
          <dgm:chMax val="0"/>
          <dgm:chPref val="0"/>
          <dgm:bulletEnabled val="1"/>
        </dgm:presLayoutVars>
      </dgm:prSet>
      <dgm:spPr/>
    </dgm:pt>
    <dgm:pt modelId="{176DCEBC-53E7-4B40-9C6A-A550F853859D}" type="pres">
      <dgm:prSet presAssocID="{3003CFED-D7A8-4AC7-899E-5205F3AE5F70}" presName="Parent" presStyleLbl="revTx" presStyleIdx="0" presStyleCnt="4">
        <dgm:presLayoutVars>
          <dgm:chMax val="1"/>
          <dgm:chPref val="1"/>
          <dgm:bulletEnabled val="1"/>
        </dgm:presLayoutVars>
      </dgm:prSet>
      <dgm:spPr/>
    </dgm:pt>
    <dgm:pt modelId="{F0370310-A9FB-4C65-A8BB-51F31BB56F9A}" type="pres">
      <dgm:prSet presAssocID="{CE99363C-C9EA-4302-9254-33BC6DE1C02A}" presName="sibTrans" presStyleCnt="0"/>
      <dgm:spPr/>
    </dgm:pt>
    <dgm:pt modelId="{545A228D-F96C-488F-A427-84D8114D72FC}" type="pres">
      <dgm:prSet presAssocID="{13A28C39-0836-4648-BBC3-049CD304DB6C}" presName="composite" presStyleCnt="0"/>
      <dgm:spPr/>
    </dgm:pt>
    <dgm:pt modelId="{7148B4DE-18DB-48B1-A729-3DFA80CB6049}" type="pres">
      <dgm:prSet presAssocID="{13A28C39-0836-4648-BBC3-049CD304DB6C}" presName="BackAccent" presStyleLbl="bgShp" presStyleIdx="1" presStyleCnt="4"/>
      <dgm:spPr/>
    </dgm:pt>
    <dgm:pt modelId="{01032BD3-14C3-4931-BB01-E77876CEB518}" type="pres">
      <dgm:prSet presAssocID="{13A28C39-0836-4648-BBC3-049CD304DB6C}" presName="Accent" presStyleLbl="alignNode1" presStyleIdx="1" presStyleCnt="4"/>
      <dgm:spPr/>
    </dgm:pt>
    <dgm:pt modelId="{4E6FCBD1-BB10-47C1-BBB5-CDD07EE483BE}" type="pres">
      <dgm:prSet presAssocID="{13A28C39-0836-4648-BBC3-049CD304DB6C}" presName="Child" presStyleLbl="revTx" presStyleIdx="0" presStyleCnt="4">
        <dgm:presLayoutVars>
          <dgm:chMax val="0"/>
          <dgm:chPref val="0"/>
          <dgm:bulletEnabled val="1"/>
        </dgm:presLayoutVars>
      </dgm:prSet>
      <dgm:spPr/>
    </dgm:pt>
    <dgm:pt modelId="{F6FAFA85-E36C-450C-8CB4-E7FF20BFDF46}" type="pres">
      <dgm:prSet presAssocID="{13A28C39-0836-4648-BBC3-049CD304DB6C}" presName="Parent" presStyleLbl="revTx" presStyleIdx="1" presStyleCnt="4">
        <dgm:presLayoutVars>
          <dgm:chMax val="1"/>
          <dgm:chPref val="1"/>
          <dgm:bulletEnabled val="1"/>
        </dgm:presLayoutVars>
      </dgm:prSet>
      <dgm:spPr/>
    </dgm:pt>
    <dgm:pt modelId="{49B508CA-FD35-42C0-B8FD-9C873CFBE047}" type="pres">
      <dgm:prSet presAssocID="{ABAF4D24-584A-4A33-A238-6E372CB08126}" presName="sibTrans" presStyleCnt="0"/>
      <dgm:spPr/>
    </dgm:pt>
    <dgm:pt modelId="{78F269AE-9683-4C26-A0A8-C9814BFB4B44}" type="pres">
      <dgm:prSet presAssocID="{A3502CF3-CC82-48A2-B1E7-A031BB0A4CB0}" presName="composite" presStyleCnt="0"/>
      <dgm:spPr/>
    </dgm:pt>
    <dgm:pt modelId="{0DF9629D-4207-4EC6-8E07-EBCBE12B14A2}" type="pres">
      <dgm:prSet presAssocID="{A3502CF3-CC82-48A2-B1E7-A031BB0A4CB0}" presName="BackAccent" presStyleLbl="bgShp" presStyleIdx="2" presStyleCnt="4"/>
      <dgm:spPr/>
    </dgm:pt>
    <dgm:pt modelId="{BDA4B00A-382D-4C5C-8617-F921CBBFFBEE}" type="pres">
      <dgm:prSet presAssocID="{A3502CF3-CC82-48A2-B1E7-A031BB0A4CB0}" presName="Accent" presStyleLbl="alignNode1" presStyleIdx="2" presStyleCnt="4"/>
      <dgm:spPr/>
    </dgm:pt>
    <dgm:pt modelId="{9A7E4910-E84D-46D4-A7A2-37409ABB0A2E}" type="pres">
      <dgm:prSet presAssocID="{A3502CF3-CC82-48A2-B1E7-A031BB0A4CB0}" presName="Child" presStyleLbl="revTx" presStyleIdx="1" presStyleCnt="4">
        <dgm:presLayoutVars>
          <dgm:chMax val="0"/>
          <dgm:chPref val="0"/>
          <dgm:bulletEnabled val="1"/>
        </dgm:presLayoutVars>
      </dgm:prSet>
      <dgm:spPr/>
    </dgm:pt>
    <dgm:pt modelId="{2682BF9E-CA7B-4924-B172-8883062764CA}" type="pres">
      <dgm:prSet presAssocID="{A3502CF3-CC82-48A2-B1E7-A031BB0A4CB0}" presName="Parent" presStyleLbl="revTx" presStyleIdx="2" presStyleCnt="4">
        <dgm:presLayoutVars>
          <dgm:chMax val="1"/>
          <dgm:chPref val="1"/>
          <dgm:bulletEnabled val="1"/>
        </dgm:presLayoutVars>
      </dgm:prSet>
      <dgm:spPr/>
    </dgm:pt>
    <dgm:pt modelId="{4D16411D-F8B8-4426-91FF-87444FF56261}" type="pres">
      <dgm:prSet presAssocID="{3EC7D091-B238-4DE5-B789-BBE4CFBB765C}" presName="sibTrans" presStyleCnt="0"/>
      <dgm:spPr/>
    </dgm:pt>
    <dgm:pt modelId="{0F2D4945-64A5-40CA-BB29-DD47E8F21298}" type="pres">
      <dgm:prSet presAssocID="{875751DE-C936-495B-80A7-2BB0DAA962C4}" presName="composite" presStyleCnt="0"/>
      <dgm:spPr/>
    </dgm:pt>
    <dgm:pt modelId="{6B8A36B7-C320-475C-947F-87126CF680F0}" type="pres">
      <dgm:prSet presAssocID="{875751DE-C936-495B-80A7-2BB0DAA962C4}" presName="BackAccent" presStyleLbl="bgShp" presStyleIdx="3" presStyleCnt="4"/>
      <dgm:spPr/>
    </dgm:pt>
    <dgm:pt modelId="{FD84DF8E-E513-42E3-99E6-6D46B990BB89}" type="pres">
      <dgm:prSet presAssocID="{875751DE-C936-495B-80A7-2BB0DAA962C4}" presName="Accent" presStyleLbl="alignNode1" presStyleIdx="3" presStyleCnt="4"/>
      <dgm:spPr/>
    </dgm:pt>
    <dgm:pt modelId="{2A494FA9-6052-45EC-AE0C-CFFAF7F29D5D}" type="pres">
      <dgm:prSet presAssocID="{875751DE-C936-495B-80A7-2BB0DAA962C4}" presName="Child" presStyleLbl="revTx" presStyleIdx="2" presStyleCnt="4">
        <dgm:presLayoutVars>
          <dgm:chMax val="0"/>
          <dgm:chPref val="0"/>
          <dgm:bulletEnabled val="1"/>
        </dgm:presLayoutVars>
      </dgm:prSet>
      <dgm:spPr/>
    </dgm:pt>
    <dgm:pt modelId="{41B1A41E-5427-4EBA-85DD-28AA14DC863E}" type="pres">
      <dgm:prSet presAssocID="{875751DE-C936-495B-80A7-2BB0DAA962C4}" presName="Parent" presStyleLbl="revTx" presStyleIdx="3" presStyleCnt="4">
        <dgm:presLayoutVars>
          <dgm:chMax val="1"/>
          <dgm:chPref val="1"/>
          <dgm:bulletEnabled val="1"/>
        </dgm:presLayoutVars>
      </dgm:prSet>
      <dgm:spPr/>
    </dgm:pt>
  </dgm:ptLst>
  <dgm:cxnLst>
    <dgm:cxn modelId="{595AC000-0B6C-4AFC-810B-35BBF3A83289}" srcId="{1110C394-FC5B-4ADE-8C43-3BD896A8C2E3}" destId="{13A28C39-0836-4648-BBC3-049CD304DB6C}" srcOrd="1" destOrd="0" parTransId="{7C825BB2-5CC1-4DC2-8F00-25B1B44233E9}" sibTransId="{ABAF4D24-584A-4A33-A238-6E372CB08126}"/>
    <dgm:cxn modelId="{D4EAC55E-31AA-4D2C-B681-F350DAEDC731}" srcId="{1110C394-FC5B-4ADE-8C43-3BD896A8C2E3}" destId="{A3502CF3-CC82-48A2-B1E7-A031BB0A4CB0}" srcOrd="2" destOrd="0" parTransId="{06F43E68-6D23-4758-9CD7-B0BCC856336C}" sibTransId="{3EC7D091-B238-4DE5-B789-BBE4CFBB765C}"/>
    <dgm:cxn modelId="{7FB4B361-B0E4-4EE2-A869-B2AE7D1DE185}" type="presOf" srcId="{13A28C39-0836-4648-BBC3-049CD304DB6C}" destId="{F6FAFA85-E36C-450C-8CB4-E7FF20BFDF46}" srcOrd="0" destOrd="0" presId="urn:microsoft.com/office/officeart/2008/layout/IncreasingCircleProcess"/>
    <dgm:cxn modelId="{3597F042-F166-4A2C-84E0-8B316BAAE55F}" type="presOf" srcId="{1110C394-FC5B-4ADE-8C43-3BD896A8C2E3}" destId="{DF5CBD29-CF35-4439-82A1-47C667934670}" srcOrd="0" destOrd="0" presId="urn:microsoft.com/office/officeart/2008/layout/IncreasingCircleProcess"/>
    <dgm:cxn modelId="{B1D082BD-333B-43F3-94EA-2EAEC2F918C6}" type="presOf" srcId="{A3502CF3-CC82-48A2-B1E7-A031BB0A4CB0}" destId="{2682BF9E-CA7B-4924-B172-8883062764CA}" srcOrd="0" destOrd="0" presId="urn:microsoft.com/office/officeart/2008/layout/IncreasingCircleProcess"/>
    <dgm:cxn modelId="{68BF54DB-ADDD-454A-B61B-5E9B772CBEAC}" type="presOf" srcId="{875751DE-C936-495B-80A7-2BB0DAA962C4}" destId="{41B1A41E-5427-4EBA-85DD-28AA14DC863E}" srcOrd="0" destOrd="0" presId="urn:microsoft.com/office/officeart/2008/layout/IncreasingCircleProcess"/>
    <dgm:cxn modelId="{78B08BDD-5668-4E2E-BE24-2D8DC893242D}" srcId="{1110C394-FC5B-4ADE-8C43-3BD896A8C2E3}" destId="{3003CFED-D7A8-4AC7-899E-5205F3AE5F70}" srcOrd="0" destOrd="0" parTransId="{6A8B3E85-9034-4F58-9F9A-0E5465D3C520}" sibTransId="{CE99363C-C9EA-4302-9254-33BC6DE1C02A}"/>
    <dgm:cxn modelId="{C024FAE3-5AFD-4865-A913-4BA28A5CC44E}" type="presOf" srcId="{3003CFED-D7A8-4AC7-899E-5205F3AE5F70}" destId="{176DCEBC-53E7-4B40-9C6A-A550F853859D}" srcOrd="0" destOrd="0" presId="urn:microsoft.com/office/officeart/2008/layout/IncreasingCircleProcess"/>
    <dgm:cxn modelId="{BEED49EF-75FA-4312-8559-1D22C5C4AB18}" srcId="{1110C394-FC5B-4ADE-8C43-3BD896A8C2E3}" destId="{875751DE-C936-495B-80A7-2BB0DAA962C4}" srcOrd="3" destOrd="0" parTransId="{871AD47D-20C2-43D1-B7FF-F52DA87E364D}" sibTransId="{00FCEFBE-3D9C-47CE-A2EB-3A0839C29404}"/>
    <dgm:cxn modelId="{CFB96358-F24B-4D33-A13C-F0DC19F29F93}" type="presParOf" srcId="{DF5CBD29-CF35-4439-82A1-47C667934670}" destId="{8D3B70D9-B328-47D7-B562-B44A5110957B}" srcOrd="0" destOrd="0" presId="urn:microsoft.com/office/officeart/2008/layout/IncreasingCircleProcess"/>
    <dgm:cxn modelId="{A1EF5002-531A-4A11-B325-83312AD10CC4}" type="presParOf" srcId="{8D3B70D9-B328-47D7-B562-B44A5110957B}" destId="{8A1D3FCE-0E75-46B0-93A7-9063FBA550E3}" srcOrd="0" destOrd="0" presId="urn:microsoft.com/office/officeart/2008/layout/IncreasingCircleProcess"/>
    <dgm:cxn modelId="{ACEC2EB6-B254-45AC-A24E-AADF0AB290FD}" type="presParOf" srcId="{8D3B70D9-B328-47D7-B562-B44A5110957B}" destId="{D300464F-C243-4502-ADE1-9CE2B8275FA8}" srcOrd="1" destOrd="0" presId="urn:microsoft.com/office/officeart/2008/layout/IncreasingCircleProcess"/>
    <dgm:cxn modelId="{D62625E4-A96F-4501-B6A5-80A6AD63C8C3}" type="presParOf" srcId="{8D3B70D9-B328-47D7-B562-B44A5110957B}" destId="{0F4BE3FC-340F-4680-B6A1-9DF363E7118B}" srcOrd="2" destOrd="0" presId="urn:microsoft.com/office/officeart/2008/layout/IncreasingCircleProcess"/>
    <dgm:cxn modelId="{59D1D3CC-F33B-49EA-8EF5-0A81A489D15F}" type="presParOf" srcId="{8D3B70D9-B328-47D7-B562-B44A5110957B}" destId="{176DCEBC-53E7-4B40-9C6A-A550F853859D}" srcOrd="3" destOrd="0" presId="urn:microsoft.com/office/officeart/2008/layout/IncreasingCircleProcess"/>
    <dgm:cxn modelId="{710D8D06-E3E7-463F-82A4-C0078552226C}" type="presParOf" srcId="{DF5CBD29-CF35-4439-82A1-47C667934670}" destId="{F0370310-A9FB-4C65-A8BB-51F31BB56F9A}" srcOrd="1" destOrd="0" presId="urn:microsoft.com/office/officeart/2008/layout/IncreasingCircleProcess"/>
    <dgm:cxn modelId="{42DA4858-5625-4A40-938E-CCF8D84A1A15}" type="presParOf" srcId="{DF5CBD29-CF35-4439-82A1-47C667934670}" destId="{545A228D-F96C-488F-A427-84D8114D72FC}" srcOrd="2" destOrd="0" presId="urn:microsoft.com/office/officeart/2008/layout/IncreasingCircleProcess"/>
    <dgm:cxn modelId="{318A4291-3198-487D-81BF-BDDEBABB880E}" type="presParOf" srcId="{545A228D-F96C-488F-A427-84D8114D72FC}" destId="{7148B4DE-18DB-48B1-A729-3DFA80CB6049}" srcOrd="0" destOrd="0" presId="urn:microsoft.com/office/officeart/2008/layout/IncreasingCircleProcess"/>
    <dgm:cxn modelId="{2413E490-E5BC-4798-8B5C-6D752D3313EC}" type="presParOf" srcId="{545A228D-F96C-488F-A427-84D8114D72FC}" destId="{01032BD3-14C3-4931-BB01-E77876CEB518}" srcOrd="1" destOrd="0" presId="urn:microsoft.com/office/officeart/2008/layout/IncreasingCircleProcess"/>
    <dgm:cxn modelId="{56B798F9-7C50-4B30-B53C-D2DDB03AE708}" type="presParOf" srcId="{545A228D-F96C-488F-A427-84D8114D72FC}" destId="{4E6FCBD1-BB10-47C1-BBB5-CDD07EE483BE}" srcOrd="2" destOrd="0" presId="urn:microsoft.com/office/officeart/2008/layout/IncreasingCircleProcess"/>
    <dgm:cxn modelId="{54CD99A2-4B39-470C-A59E-59E3ACFCD798}" type="presParOf" srcId="{545A228D-F96C-488F-A427-84D8114D72FC}" destId="{F6FAFA85-E36C-450C-8CB4-E7FF20BFDF46}" srcOrd="3" destOrd="0" presId="urn:microsoft.com/office/officeart/2008/layout/IncreasingCircleProcess"/>
    <dgm:cxn modelId="{B3B57469-CE65-45C5-A408-5A14D08123A7}" type="presParOf" srcId="{DF5CBD29-CF35-4439-82A1-47C667934670}" destId="{49B508CA-FD35-42C0-B8FD-9C873CFBE047}" srcOrd="3" destOrd="0" presId="urn:microsoft.com/office/officeart/2008/layout/IncreasingCircleProcess"/>
    <dgm:cxn modelId="{0FA54BE3-19F8-4D70-9C36-A339D8C0ACFE}" type="presParOf" srcId="{DF5CBD29-CF35-4439-82A1-47C667934670}" destId="{78F269AE-9683-4C26-A0A8-C9814BFB4B44}" srcOrd="4" destOrd="0" presId="urn:microsoft.com/office/officeart/2008/layout/IncreasingCircleProcess"/>
    <dgm:cxn modelId="{06F8F944-A110-4076-8612-CD75CCF88910}" type="presParOf" srcId="{78F269AE-9683-4C26-A0A8-C9814BFB4B44}" destId="{0DF9629D-4207-4EC6-8E07-EBCBE12B14A2}" srcOrd="0" destOrd="0" presId="urn:microsoft.com/office/officeart/2008/layout/IncreasingCircleProcess"/>
    <dgm:cxn modelId="{0B87A7B4-DC9C-41F0-9440-72C3F0908C84}" type="presParOf" srcId="{78F269AE-9683-4C26-A0A8-C9814BFB4B44}" destId="{BDA4B00A-382D-4C5C-8617-F921CBBFFBEE}" srcOrd="1" destOrd="0" presId="urn:microsoft.com/office/officeart/2008/layout/IncreasingCircleProcess"/>
    <dgm:cxn modelId="{F4C3B0F7-17E1-4F2E-82E7-DBD14D224451}" type="presParOf" srcId="{78F269AE-9683-4C26-A0A8-C9814BFB4B44}" destId="{9A7E4910-E84D-46D4-A7A2-37409ABB0A2E}" srcOrd="2" destOrd="0" presId="urn:microsoft.com/office/officeart/2008/layout/IncreasingCircleProcess"/>
    <dgm:cxn modelId="{CC4E6591-AA69-47D4-8523-122429BEFAB4}" type="presParOf" srcId="{78F269AE-9683-4C26-A0A8-C9814BFB4B44}" destId="{2682BF9E-CA7B-4924-B172-8883062764CA}" srcOrd="3" destOrd="0" presId="urn:microsoft.com/office/officeart/2008/layout/IncreasingCircleProcess"/>
    <dgm:cxn modelId="{4FDBA123-34EA-4BF2-B490-3EAF07BD6651}" type="presParOf" srcId="{DF5CBD29-CF35-4439-82A1-47C667934670}" destId="{4D16411D-F8B8-4426-91FF-87444FF56261}" srcOrd="5" destOrd="0" presId="urn:microsoft.com/office/officeart/2008/layout/IncreasingCircleProcess"/>
    <dgm:cxn modelId="{681D415D-DD9B-457D-B01E-980E6FEB8117}" type="presParOf" srcId="{DF5CBD29-CF35-4439-82A1-47C667934670}" destId="{0F2D4945-64A5-40CA-BB29-DD47E8F21298}" srcOrd="6" destOrd="0" presId="urn:microsoft.com/office/officeart/2008/layout/IncreasingCircleProcess"/>
    <dgm:cxn modelId="{17EA4283-6337-4C9C-9418-26D5A167418F}" type="presParOf" srcId="{0F2D4945-64A5-40CA-BB29-DD47E8F21298}" destId="{6B8A36B7-C320-475C-947F-87126CF680F0}" srcOrd="0" destOrd="0" presId="urn:microsoft.com/office/officeart/2008/layout/IncreasingCircleProcess"/>
    <dgm:cxn modelId="{45C5844A-3762-4392-AE9F-44C574725E12}" type="presParOf" srcId="{0F2D4945-64A5-40CA-BB29-DD47E8F21298}" destId="{FD84DF8E-E513-42E3-99E6-6D46B990BB89}" srcOrd="1" destOrd="0" presId="urn:microsoft.com/office/officeart/2008/layout/IncreasingCircleProcess"/>
    <dgm:cxn modelId="{276B80BA-C316-4F4A-9BB5-0101B21F0230}" type="presParOf" srcId="{0F2D4945-64A5-40CA-BB29-DD47E8F21298}" destId="{2A494FA9-6052-45EC-AE0C-CFFAF7F29D5D}" srcOrd="2" destOrd="0" presId="urn:microsoft.com/office/officeart/2008/layout/IncreasingCircleProcess"/>
    <dgm:cxn modelId="{FADC3DCE-B230-45CD-906E-5936AE3FB09E}" type="presParOf" srcId="{0F2D4945-64A5-40CA-BB29-DD47E8F21298}" destId="{41B1A41E-5427-4EBA-85DD-28AA14DC863E}" srcOrd="3" destOrd="0" presId="urn:microsoft.com/office/officeart/2008/layout/Increasing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19F153C-2B51-47CE-8787-9F37C5AD67E8}"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FA2EE8ED-B24F-42E9-8F32-83D5BC9DBFF6}">
      <dgm:prSet phldrT="[Text]" phldr="0" custT="1"/>
      <dgm:spPr/>
      <dgm:t>
        <a:bodyPr/>
        <a:lstStyle/>
        <a:p>
          <a:pPr algn="ctr"/>
          <a:endParaRPr lang="en-US" sz="1300" dirty="0">
            <a:latin typeface="Times New Roman" panose="02020603050405020304" pitchFamily="18" charset="0"/>
            <a:cs typeface="Times New Roman" panose="02020603050405020304" pitchFamily="18" charset="0"/>
          </a:endParaRPr>
        </a:p>
      </dgm:t>
    </dgm:pt>
    <dgm:pt modelId="{A804D258-DB20-416E-B824-084B911F2CA9}" type="parTrans" cxnId="{C4D8CD35-C6A2-4F39-96A3-5F2F2AF2B0F5}">
      <dgm:prSet/>
      <dgm:spPr/>
      <dgm:t>
        <a:bodyPr/>
        <a:lstStyle/>
        <a:p>
          <a:endParaRPr lang="en-US"/>
        </a:p>
      </dgm:t>
    </dgm:pt>
    <dgm:pt modelId="{911961B0-451A-442D-9E5D-E080971B066F}" type="sibTrans" cxnId="{C4D8CD35-C6A2-4F39-96A3-5F2F2AF2B0F5}">
      <dgm:prSet/>
      <dgm:spPr/>
      <dgm:t>
        <a:bodyPr/>
        <a:lstStyle/>
        <a:p>
          <a:endParaRPr lang="en-US"/>
        </a:p>
      </dgm:t>
    </dgm:pt>
    <dgm:pt modelId="{3744A656-7BE5-4D42-85F0-6FEF2EC73779}">
      <dgm:prSet phldrT="[Text]" phldr="0" custT="1"/>
      <dgm:spPr/>
      <dgm:t>
        <a:bodyPr/>
        <a:lstStyle/>
        <a:p>
          <a:pPr algn="ctr"/>
          <a:endParaRPr lang="en-US" sz="1300" dirty="0">
            <a:latin typeface="Times New Roman" panose="02020603050405020304" pitchFamily="18" charset="0"/>
            <a:cs typeface="Times New Roman" panose="02020603050405020304" pitchFamily="18" charset="0"/>
          </a:endParaRPr>
        </a:p>
      </dgm:t>
    </dgm:pt>
    <dgm:pt modelId="{4CB104D8-BBDE-4288-AA15-B81EB73A318A}" type="parTrans" cxnId="{549CAB71-DBD8-45D8-AD48-356959FB7896}">
      <dgm:prSet/>
      <dgm:spPr/>
      <dgm:t>
        <a:bodyPr/>
        <a:lstStyle/>
        <a:p>
          <a:endParaRPr lang="en-US"/>
        </a:p>
      </dgm:t>
    </dgm:pt>
    <dgm:pt modelId="{DABE08C5-9543-4F00-91D9-1527281980FF}" type="sibTrans" cxnId="{549CAB71-DBD8-45D8-AD48-356959FB7896}">
      <dgm:prSet/>
      <dgm:spPr/>
      <dgm:t>
        <a:bodyPr/>
        <a:lstStyle/>
        <a:p>
          <a:endParaRPr lang="en-US"/>
        </a:p>
      </dgm:t>
    </dgm:pt>
    <dgm:pt modelId="{049D7A77-69EA-4B02-BCB6-6D8B3CE53085}">
      <dgm:prSet phldrT="[Text]" phldr="0" custT="1"/>
      <dgm:spPr/>
      <dgm:t>
        <a:bodyPr/>
        <a:lstStyle/>
        <a:p>
          <a:pPr algn="ctr"/>
          <a:endParaRPr lang="en-US" sz="1300" b="0" i="0" u="none" dirty="0">
            <a:latin typeface="Times New Roman" panose="02020603050405020304" pitchFamily="18" charset="0"/>
            <a:cs typeface="Times New Roman" panose="02020603050405020304" pitchFamily="18" charset="0"/>
          </a:endParaRPr>
        </a:p>
      </dgm:t>
    </dgm:pt>
    <dgm:pt modelId="{68214BE9-37A6-4D30-B4D1-4D127915BF4B}" type="parTrans" cxnId="{37EB58AE-A8C2-490B-B766-F7A26C6C241A}">
      <dgm:prSet/>
      <dgm:spPr/>
      <dgm:t>
        <a:bodyPr/>
        <a:lstStyle/>
        <a:p>
          <a:endParaRPr lang="en-US"/>
        </a:p>
      </dgm:t>
    </dgm:pt>
    <dgm:pt modelId="{88A66B33-7B4E-4DD3-B12A-8A9BF59453C7}" type="sibTrans" cxnId="{37EB58AE-A8C2-490B-B766-F7A26C6C241A}">
      <dgm:prSet/>
      <dgm:spPr/>
      <dgm:t>
        <a:bodyPr/>
        <a:lstStyle/>
        <a:p>
          <a:endParaRPr lang="en-US"/>
        </a:p>
      </dgm:t>
    </dgm:pt>
    <dgm:pt modelId="{4939C55D-3ACC-403B-A60D-7ABFE8CADC22}">
      <dgm:prSet phldrT="[Text]" phldr="0" custT="1"/>
      <dgm:spPr/>
      <dgm:t>
        <a:bodyPr/>
        <a:lstStyle/>
        <a:p>
          <a:pPr algn="ctr"/>
          <a:endParaRPr lang="en-US" sz="1300" dirty="0">
            <a:latin typeface="Times New Roman" panose="02020603050405020304" pitchFamily="18" charset="0"/>
            <a:cs typeface="Times New Roman" panose="02020603050405020304" pitchFamily="18" charset="0"/>
          </a:endParaRPr>
        </a:p>
        <a:p>
          <a:pPr algn="ctr"/>
          <a:r>
            <a:rPr lang="en-US" sz="1300" dirty="0">
              <a:latin typeface="Times New Roman" panose="02020603050405020304" pitchFamily="18" charset="0"/>
              <a:cs typeface="Times New Roman" panose="02020603050405020304" pitchFamily="18" charset="0"/>
            </a:rPr>
            <a:t>Problem Identification</a:t>
          </a:r>
        </a:p>
        <a:p>
          <a:pPr algn="l"/>
          <a:endParaRPr lang="en-US" sz="1300" dirty="0">
            <a:latin typeface="Times New Roman" panose="02020603050405020304" pitchFamily="18" charset="0"/>
            <a:cs typeface="Times New Roman" panose="02020603050405020304" pitchFamily="18" charset="0"/>
          </a:endParaRPr>
        </a:p>
      </dgm:t>
    </dgm:pt>
    <dgm:pt modelId="{06757350-B340-43A6-B0EB-7E4C4F9749EA}" type="sibTrans" cxnId="{1898B4B7-53C0-4436-A5C3-5ADF6FA52E4F}">
      <dgm:prSet/>
      <dgm:spPr/>
      <dgm:t>
        <a:bodyPr/>
        <a:lstStyle/>
        <a:p>
          <a:endParaRPr lang="en-US"/>
        </a:p>
      </dgm:t>
    </dgm:pt>
    <dgm:pt modelId="{63F816FC-356A-4800-ACBA-63183CCC093E}" type="parTrans" cxnId="{1898B4B7-53C0-4436-A5C3-5ADF6FA52E4F}">
      <dgm:prSet/>
      <dgm:spPr/>
      <dgm:t>
        <a:bodyPr/>
        <a:lstStyle/>
        <a:p>
          <a:endParaRPr lang="en-US"/>
        </a:p>
      </dgm:t>
    </dgm:pt>
    <dgm:pt modelId="{17E91C3A-DD42-4290-894F-30000F0C5370}">
      <dgm:prSet/>
      <dgm:spPr/>
      <dgm:t>
        <a:bodyPr/>
        <a:lstStyle/>
        <a:p>
          <a:endParaRPr lang="en-US"/>
        </a:p>
      </dgm:t>
    </dgm:pt>
    <dgm:pt modelId="{DDBF0E0A-8443-47AA-8A1F-6FFCD41B82DE}" type="sibTrans" cxnId="{44F2DDD2-3D47-4E04-9ED7-60949EE13DC7}">
      <dgm:prSet/>
      <dgm:spPr/>
      <dgm:t>
        <a:bodyPr/>
        <a:lstStyle/>
        <a:p>
          <a:endParaRPr lang="en-US"/>
        </a:p>
      </dgm:t>
    </dgm:pt>
    <dgm:pt modelId="{F641A521-4A10-499E-BC39-A00AAB637359}" type="parTrans" cxnId="{44F2DDD2-3D47-4E04-9ED7-60949EE13DC7}">
      <dgm:prSet/>
      <dgm:spPr/>
      <dgm:t>
        <a:bodyPr/>
        <a:lstStyle/>
        <a:p>
          <a:endParaRPr lang="en-US"/>
        </a:p>
      </dgm:t>
    </dgm:pt>
    <dgm:pt modelId="{FC3C7242-2921-45BB-AE8D-FDCB47D26C3D}" type="pres">
      <dgm:prSet presAssocID="{F19F153C-2B51-47CE-8787-9F37C5AD67E8}" presName="diagram" presStyleCnt="0">
        <dgm:presLayoutVars>
          <dgm:dir/>
          <dgm:animLvl val="lvl"/>
          <dgm:resizeHandles val="exact"/>
        </dgm:presLayoutVars>
      </dgm:prSet>
      <dgm:spPr/>
    </dgm:pt>
    <dgm:pt modelId="{DF8D600B-BC10-4592-AA0B-E12FAB266E9E}" type="pres">
      <dgm:prSet presAssocID="{4939C55D-3ACC-403B-A60D-7ABFE8CADC22}" presName="compNode" presStyleCnt="0"/>
      <dgm:spPr/>
    </dgm:pt>
    <dgm:pt modelId="{CF39B332-0391-4CA9-90D3-5820F8316A56}" type="pres">
      <dgm:prSet presAssocID="{4939C55D-3ACC-403B-A60D-7ABFE8CADC22}" presName="childRect" presStyleLbl="bgAcc1" presStyleIdx="0" presStyleCnt="5" custScaleY="124386" custLinFactNeighborX="-295" custLinFactNeighborY="-92428">
        <dgm:presLayoutVars>
          <dgm:bulletEnabled val="1"/>
        </dgm:presLayoutVars>
      </dgm:prSet>
      <dgm:spPr/>
    </dgm:pt>
    <dgm:pt modelId="{BB713951-1E68-4736-AE7C-35F0DAE434F3}" type="pres">
      <dgm:prSet presAssocID="{4939C55D-3ACC-403B-A60D-7ABFE8CADC22}" presName="parentText" presStyleLbl="node1" presStyleIdx="0" presStyleCnt="0">
        <dgm:presLayoutVars>
          <dgm:chMax val="0"/>
          <dgm:bulletEnabled val="1"/>
        </dgm:presLayoutVars>
      </dgm:prSet>
      <dgm:spPr/>
    </dgm:pt>
    <dgm:pt modelId="{A9583DD2-F32C-4BD0-956F-1DA2161BA49A}" type="pres">
      <dgm:prSet presAssocID="{4939C55D-3ACC-403B-A60D-7ABFE8CADC22}" presName="parentRect" presStyleLbl="alignNode1" presStyleIdx="0" presStyleCnt="5" custLinFactY="-90405" custLinFactNeighborX="-295" custLinFactNeighborY="-100000"/>
      <dgm:spPr/>
    </dgm:pt>
    <dgm:pt modelId="{86EBA277-6089-4056-A5F2-5BEFC23572A9}" type="pres">
      <dgm:prSet presAssocID="{4939C55D-3ACC-403B-A60D-7ABFE8CADC22}" presName="adorn" presStyleLbl="fgAccFollowNode1" presStyleIdx="0" presStyleCnt="5" custLinFactY="-77264" custLinFactNeighborX="-1528" custLinFactNeighborY="-100000"/>
      <dgm:spPr>
        <a:blipFill>
          <a:blip xmlns:r="http://schemas.openxmlformats.org/officeDocument/2006/relationships" r:embed="rId1"/>
          <a:srcRect/>
          <a:stretch>
            <a:fillRect l="-8000" r="-8000"/>
          </a:stretch>
        </a:blipFill>
      </dgm:spPr>
    </dgm:pt>
    <dgm:pt modelId="{28325639-4217-4DD7-B4BC-6C8EA6CBEE93}" type="pres">
      <dgm:prSet presAssocID="{06757350-B340-43A6-B0EB-7E4C4F9749EA}" presName="sibTrans" presStyleLbl="sibTrans2D1" presStyleIdx="0" presStyleCnt="0"/>
      <dgm:spPr/>
    </dgm:pt>
    <dgm:pt modelId="{888F17A0-257A-4C67-A59B-D1B27FF3B57F}" type="pres">
      <dgm:prSet presAssocID="{FA2EE8ED-B24F-42E9-8F32-83D5BC9DBFF6}" presName="compNode" presStyleCnt="0"/>
      <dgm:spPr/>
    </dgm:pt>
    <dgm:pt modelId="{F94A89B0-AC97-45FD-8522-01FB349F0650}" type="pres">
      <dgm:prSet presAssocID="{FA2EE8ED-B24F-42E9-8F32-83D5BC9DBFF6}" presName="childRect" presStyleLbl="bgAcc1" presStyleIdx="1" presStyleCnt="5" custLinFactX="-17217" custLinFactNeighborX="-100000" custLinFactNeighborY="82397">
        <dgm:presLayoutVars>
          <dgm:bulletEnabled val="1"/>
        </dgm:presLayoutVars>
      </dgm:prSet>
      <dgm:spPr/>
    </dgm:pt>
    <dgm:pt modelId="{EAE81BE9-2EDC-400D-BF3C-C279FE21DCD7}" type="pres">
      <dgm:prSet presAssocID="{FA2EE8ED-B24F-42E9-8F32-83D5BC9DBFF6}" presName="parentText" presStyleLbl="node1" presStyleIdx="0" presStyleCnt="0">
        <dgm:presLayoutVars>
          <dgm:chMax val="0"/>
          <dgm:bulletEnabled val="1"/>
        </dgm:presLayoutVars>
      </dgm:prSet>
      <dgm:spPr/>
    </dgm:pt>
    <dgm:pt modelId="{7A573313-1BFB-41B5-A1A4-26B97227898C}" type="pres">
      <dgm:prSet presAssocID="{FA2EE8ED-B24F-42E9-8F32-83D5BC9DBFF6}" presName="parentRect" presStyleLbl="alignNode1" presStyleIdx="1" presStyleCnt="5" custLinFactX="-17217" custLinFactY="94954" custLinFactNeighborX="-100000" custLinFactNeighborY="100000"/>
      <dgm:spPr/>
    </dgm:pt>
    <dgm:pt modelId="{417D44BD-51DF-4B81-951B-20348444C4DC}" type="pres">
      <dgm:prSet presAssocID="{FA2EE8ED-B24F-42E9-8F32-83D5BC9DBFF6}" presName="adorn" presStyleLbl="fgAccFollowNode1" presStyleIdx="1" presStyleCnt="5" custLinFactX="175710" custLinFactY="-72138" custLinFactNeighborX="200000" custLinFactNeighborY="-100000"/>
      <dgm:spPr>
        <a:blipFill rotWithShape="1">
          <a:blip xmlns:r="http://schemas.openxmlformats.org/officeDocument/2006/relationships" r:embed="rId2"/>
          <a:srcRect/>
          <a:stretch>
            <a:fillRect l="-50000" r="-50000"/>
          </a:stretch>
        </a:blipFill>
      </dgm:spPr>
    </dgm:pt>
    <dgm:pt modelId="{0F44361C-0784-45B3-A75B-61D9EA8388C2}" type="pres">
      <dgm:prSet presAssocID="{911961B0-451A-442D-9E5D-E080971B066F}" presName="sibTrans" presStyleLbl="sibTrans2D1" presStyleIdx="0" presStyleCnt="0"/>
      <dgm:spPr/>
    </dgm:pt>
    <dgm:pt modelId="{626F96C7-60D9-46D2-BC3E-9761027714C5}" type="pres">
      <dgm:prSet presAssocID="{3744A656-7BE5-4D42-85F0-6FEF2EC73779}" presName="compNode" presStyleCnt="0"/>
      <dgm:spPr/>
    </dgm:pt>
    <dgm:pt modelId="{3ACEB984-2849-4AA2-B73C-A7E55A13E5A9}" type="pres">
      <dgm:prSet presAssocID="{3744A656-7BE5-4D42-85F0-6FEF2EC73779}" presName="childRect" presStyleLbl="bgAcc1" presStyleIdx="2" presStyleCnt="5" custLinFactX="-16597" custLinFactNeighborX="-100000" custLinFactNeighborY="-81874">
        <dgm:presLayoutVars>
          <dgm:bulletEnabled val="1"/>
        </dgm:presLayoutVars>
      </dgm:prSet>
      <dgm:spPr/>
    </dgm:pt>
    <dgm:pt modelId="{735E32A6-31E3-4A61-9DAA-5BC48160A4EA}" type="pres">
      <dgm:prSet presAssocID="{3744A656-7BE5-4D42-85F0-6FEF2EC73779}" presName="parentText" presStyleLbl="node1" presStyleIdx="0" presStyleCnt="0">
        <dgm:presLayoutVars>
          <dgm:chMax val="0"/>
          <dgm:bulletEnabled val="1"/>
        </dgm:presLayoutVars>
      </dgm:prSet>
      <dgm:spPr/>
    </dgm:pt>
    <dgm:pt modelId="{26A44D97-AF9D-45D5-9429-5D7E1E0331FF}" type="pres">
      <dgm:prSet presAssocID="{3744A656-7BE5-4D42-85F0-6FEF2EC73779}" presName="parentRect" presStyleLbl="alignNode1" presStyleIdx="2" presStyleCnt="5" custLinFactX="-16598" custLinFactY="-90405" custLinFactNeighborX="-100000" custLinFactNeighborY="-100000"/>
      <dgm:spPr/>
    </dgm:pt>
    <dgm:pt modelId="{83C6B4EA-F71B-481D-8D1D-1B1D78AED957}" type="pres">
      <dgm:prSet presAssocID="{3744A656-7BE5-4D42-85F0-6FEF2EC73779}" presName="adorn" presStyleLbl="fgAccFollowNode1" presStyleIdx="2" presStyleCnt="5" custLinFactX="-110212" custLinFactY="-71152" custLinFactNeighborX="-200000" custLinFactNeighborY="-100000"/>
      <dgm:spPr>
        <a:blipFill>
          <a:blip xmlns:r="http://schemas.openxmlformats.org/officeDocument/2006/relationships" r:embed="rId3"/>
          <a:srcRect/>
          <a:stretch>
            <a:fillRect l="-8000" r="-8000"/>
          </a:stretch>
        </a:blipFill>
      </dgm:spPr>
    </dgm:pt>
    <dgm:pt modelId="{1944CA94-1E8F-4134-B054-E126EB3EB0D9}" type="pres">
      <dgm:prSet presAssocID="{DABE08C5-9543-4F00-91D9-1527281980FF}" presName="sibTrans" presStyleLbl="sibTrans2D1" presStyleIdx="0" presStyleCnt="0"/>
      <dgm:spPr/>
    </dgm:pt>
    <dgm:pt modelId="{9A5CABE4-D1A3-4C0B-84AC-655FE47C086F}" type="pres">
      <dgm:prSet presAssocID="{049D7A77-69EA-4B02-BCB6-6D8B3CE53085}" presName="compNode" presStyleCnt="0"/>
      <dgm:spPr/>
    </dgm:pt>
    <dgm:pt modelId="{87535EE0-3E08-4057-B00A-3E61EFF163D2}" type="pres">
      <dgm:prSet presAssocID="{049D7A77-69EA-4B02-BCB6-6D8B3CE53085}" presName="childRect" presStyleLbl="bgAcc1" presStyleIdx="3" presStyleCnt="5" custLinFactX="-100000" custLinFactNeighborX="-132124" custLinFactNeighborY="82397">
        <dgm:presLayoutVars>
          <dgm:bulletEnabled val="1"/>
        </dgm:presLayoutVars>
      </dgm:prSet>
      <dgm:spPr/>
    </dgm:pt>
    <dgm:pt modelId="{44614EB3-C998-4FAB-AC0C-FDDA06A5D261}" type="pres">
      <dgm:prSet presAssocID="{049D7A77-69EA-4B02-BCB6-6D8B3CE53085}" presName="parentText" presStyleLbl="node1" presStyleIdx="0" presStyleCnt="0">
        <dgm:presLayoutVars>
          <dgm:chMax val="0"/>
          <dgm:bulletEnabled val="1"/>
        </dgm:presLayoutVars>
      </dgm:prSet>
      <dgm:spPr/>
    </dgm:pt>
    <dgm:pt modelId="{009FF301-2394-4949-B565-5C923B2C8F81}" type="pres">
      <dgm:prSet presAssocID="{049D7A77-69EA-4B02-BCB6-6D8B3CE53085}" presName="parentRect" presStyleLbl="alignNode1" presStyleIdx="3" presStyleCnt="5" custLinFactX="-100000" custLinFactY="93287" custLinFactNeighborX="-132124" custLinFactNeighborY="100000"/>
      <dgm:spPr/>
    </dgm:pt>
    <dgm:pt modelId="{1D8EADA0-77C4-44DF-BD7D-767EF7B6B20E}" type="pres">
      <dgm:prSet presAssocID="{049D7A77-69EA-4B02-BCB6-6D8B3CE53085}" presName="adorn" presStyleLbl="fgAccFollowNode1" presStyleIdx="3" presStyleCnt="5" custLinFactX="-300000" custLinFactY="74207" custLinFactNeighborX="-354044" custLinFactNeighborY="100000"/>
      <dgm:spPr>
        <a:blipFill>
          <a:blip xmlns:r="http://schemas.openxmlformats.org/officeDocument/2006/relationships" r:embed="rId4"/>
          <a:srcRect/>
          <a:stretch>
            <a:fillRect t="-7000" b="-7000"/>
          </a:stretch>
        </a:blipFill>
      </dgm:spPr>
    </dgm:pt>
    <dgm:pt modelId="{6C0DBDC5-D6C2-4F29-8954-01CB5FC2A891}" type="pres">
      <dgm:prSet presAssocID="{88A66B33-7B4E-4DD3-B12A-8A9BF59453C7}" presName="sibTrans" presStyleLbl="sibTrans2D1" presStyleIdx="0" presStyleCnt="0"/>
      <dgm:spPr/>
    </dgm:pt>
    <dgm:pt modelId="{9F9E0BEE-950F-4384-A0A5-76C5CA4E5F41}" type="pres">
      <dgm:prSet presAssocID="{17E91C3A-DD42-4290-894F-30000F0C5370}" presName="compNode" presStyleCnt="0"/>
      <dgm:spPr/>
    </dgm:pt>
    <dgm:pt modelId="{C73A5DD0-337B-4C63-BAA3-B9EDF4174DFE}" type="pres">
      <dgm:prSet presAssocID="{17E91C3A-DD42-4290-894F-30000F0C5370}" presName="childRect" presStyleLbl="bgAcc1" presStyleIdx="4" presStyleCnt="5" custLinFactX="-100000" custLinFactNeighborX="-129701" custLinFactNeighborY="-81874">
        <dgm:presLayoutVars>
          <dgm:bulletEnabled val="1"/>
        </dgm:presLayoutVars>
      </dgm:prSet>
      <dgm:spPr/>
    </dgm:pt>
    <dgm:pt modelId="{ECFB4AA9-13E4-451B-973F-B3DE07F5967E}" type="pres">
      <dgm:prSet presAssocID="{17E91C3A-DD42-4290-894F-30000F0C5370}" presName="parentText" presStyleLbl="node1" presStyleIdx="0" presStyleCnt="0">
        <dgm:presLayoutVars>
          <dgm:chMax val="0"/>
          <dgm:bulletEnabled val="1"/>
        </dgm:presLayoutVars>
      </dgm:prSet>
      <dgm:spPr/>
    </dgm:pt>
    <dgm:pt modelId="{1A42AF52-E3EC-4500-826E-89B9CEC0BA23}" type="pres">
      <dgm:prSet presAssocID="{17E91C3A-DD42-4290-894F-30000F0C5370}" presName="parentRect" presStyleLbl="alignNode1" presStyleIdx="4" presStyleCnt="5" custLinFactX="-100000" custLinFactY="95655" custLinFactNeighborX="-129719" custLinFactNeighborY="100000"/>
      <dgm:spPr/>
    </dgm:pt>
    <dgm:pt modelId="{2D2F0837-5E0B-485C-B422-AE781E7D6187}" type="pres">
      <dgm:prSet presAssocID="{17E91C3A-DD42-4290-894F-30000F0C5370}" presName="adorn" presStyleLbl="fgAccFollowNode1" presStyleIdx="4" presStyleCnt="5" custLinFactX="-291181" custLinFactY="54021" custLinFactNeighborX="-300000" custLinFactNeighborY="100000"/>
      <dgm:spPr>
        <a:blipFill rotWithShape="1">
          <a:blip xmlns:r="http://schemas.openxmlformats.org/officeDocument/2006/relationships" r:embed="rId5"/>
          <a:srcRect/>
          <a:stretch>
            <a:fillRect l="-2000" r="-2000"/>
          </a:stretch>
        </a:blipFill>
      </dgm:spPr>
    </dgm:pt>
  </dgm:ptLst>
  <dgm:cxnLst>
    <dgm:cxn modelId="{69C7C603-D10E-4960-9959-D1B811499ABF}" type="presOf" srcId="{911961B0-451A-442D-9E5D-E080971B066F}" destId="{0F44361C-0784-45B3-A75B-61D9EA8388C2}" srcOrd="0" destOrd="0" presId="urn:microsoft.com/office/officeart/2005/8/layout/bList2"/>
    <dgm:cxn modelId="{CB99A11E-254E-44E2-9FA4-815B84DADFD6}" type="presOf" srcId="{17E91C3A-DD42-4290-894F-30000F0C5370}" destId="{1A42AF52-E3EC-4500-826E-89B9CEC0BA23}" srcOrd="1" destOrd="0" presId="urn:microsoft.com/office/officeart/2005/8/layout/bList2"/>
    <dgm:cxn modelId="{DB981532-4A2B-406B-B366-F4FEBF2BE8EA}" type="presOf" srcId="{DABE08C5-9543-4F00-91D9-1527281980FF}" destId="{1944CA94-1E8F-4134-B054-E126EB3EB0D9}" srcOrd="0" destOrd="0" presId="urn:microsoft.com/office/officeart/2005/8/layout/bList2"/>
    <dgm:cxn modelId="{C4D8CD35-C6A2-4F39-96A3-5F2F2AF2B0F5}" srcId="{F19F153C-2B51-47CE-8787-9F37C5AD67E8}" destId="{FA2EE8ED-B24F-42E9-8F32-83D5BC9DBFF6}" srcOrd="1" destOrd="0" parTransId="{A804D258-DB20-416E-B824-084B911F2CA9}" sibTransId="{911961B0-451A-442D-9E5D-E080971B066F}"/>
    <dgm:cxn modelId="{186E7A3A-C587-4260-9D90-19BF5B2E18D1}" type="presOf" srcId="{4939C55D-3ACC-403B-A60D-7ABFE8CADC22}" destId="{A9583DD2-F32C-4BD0-956F-1DA2161BA49A}" srcOrd="1" destOrd="0" presId="urn:microsoft.com/office/officeart/2005/8/layout/bList2"/>
    <dgm:cxn modelId="{8674773C-FC0F-411C-B42B-1D4574428E16}" type="presOf" srcId="{06757350-B340-43A6-B0EB-7E4C4F9749EA}" destId="{28325639-4217-4DD7-B4BC-6C8EA6CBEE93}" srcOrd="0" destOrd="0" presId="urn:microsoft.com/office/officeart/2005/8/layout/bList2"/>
    <dgm:cxn modelId="{42B7A450-A0CF-4A26-94C1-A28497452CB4}" type="presOf" srcId="{3744A656-7BE5-4D42-85F0-6FEF2EC73779}" destId="{735E32A6-31E3-4A61-9DAA-5BC48160A4EA}" srcOrd="0" destOrd="0" presId="urn:microsoft.com/office/officeart/2005/8/layout/bList2"/>
    <dgm:cxn modelId="{549CAB71-DBD8-45D8-AD48-356959FB7896}" srcId="{F19F153C-2B51-47CE-8787-9F37C5AD67E8}" destId="{3744A656-7BE5-4D42-85F0-6FEF2EC73779}" srcOrd="2" destOrd="0" parTransId="{4CB104D8-BBDE-4288-AA15-B81EB73A318A}" sibTransId="{DABE08C5-9543-4F00-91D9-1527281980FF}"/>
    <dgm:cxn modelId="{2CCCEB59-0444-4A06-BF24-6B299357BE8E}" type="presOf" srcId="{FA2EE8ED-B24F-42E9-8F32-83D5BC9DBFF6}" destId="{7A573313-1BFB-41B5-A1A4-26B97227898C}" srcOrd="1" destOrd="0" presId="urn:microsoft.com/office/officeart/2005/8/layout/bList2"/>
    <dgm:cxn modelId="{607A5281-B36C-431E-B7A0-FE8CC3A1341C}" type="presOf" srcId="{17E91C3A-DD42-4290-894F-30000F0C5370}" destId="{ECFB4AA9-13E4-451B-973F-B3DE07F5967E}" srcOrd="0" destOrd="0" presId="urn:microsoft.com/office/officeart/2005/8/layout/bList2"/>
    <dgm:cxn modelId="{B659128B-3137-4392-AC37-D488A0C561A3}" type="presOf" srcId="{3744A656-7BE5-4D42-85F0-6FEF2EC73779}" destId="{26A44D97-AF9D-45D5-9429-5D7E1E0331FF}" srcOrd="1" destOrd="0" presId="urn:microsoft.com/office/officeart/2005/8/layout/bList2"/>
    <dgm:cxn modelId="{BB313898-33F7-411A-83CB-BFE090314A65}" type="presOf" srcId="{F19F153C-2B51-47CE-8787-9F37C5AD67E8}" destId="{FC3C7242-2921-45BB-AE8D-FDCB47D26C3D}" srcOrd="0" destOrd="0" presId="urn:microsoft.com/office/officeart/2005/8/layout/bList2"/>
    <dgm:cxn modelId="{D959C3A9-ECD0-4B85-8317-ABCC42533E9E}" type="presOf" srcId="{88A66B33-7B4E-4DD3-B12A-8A9BF59453C7}" destId="{6C0DBDC5-D6C2-4F29-8954-01CB5FC2A891}" srcOrd="0" destOrd="0" presId="urn:microsoft.com/office/officeart/2005/8/layout/bList2"/>
    <dgm:cxn modelId="{37EB58AE-A8C2-490B-B766-F7A26C6C241A}" srcId="{F19F153C-2B51-47CE-8787-9F37C5AD67E8}" destId="{049D7A77-69EA-4B02-BCB6-6D8B3CE53085}" srcOrd="3" destOrd="0" parTransId="{68214BE9-37A6-4D30-B4D1-4D127915BF4B}" sibTransId="{88A66B33-7B4E-4DD3-B12A-8A9BF59453C7}"/>
    <dgm:cxn modelId="{19D2B5B4-D59A-46FE-9C45-4C73EA3492B3}" type="presOf" srcId="{049D7A77-69EA-4B02-BCB6-6D8B3CE53085}" destId="{009FF301-2394-4949-B565-5C923B2C8F81}" srcOrd="1" destOrd="0" presId="urn:microsoft.com/office/officeart/2005/8/layout/bList2"/>
    <dgm:cxn modelId="{1898B4B7-53C0-4436-A5C3-5ADF6FA52E4F}" srcId="{F19F153C-2B51-47CE-8787-9F37C5AD67E8}" destId="{4939C55D-3ACC-403B-A60D-7ABFE8CADC22}" srcOrd="0" destOrd="0" parTransId="{63F816FC-356A-4800-ACBA-63183CCC093E}" sibTransId="{06757350-B340-43A6-B0EB-7E4C4F9749EA}"/>
    <dgm:cxn modelId="{5F5BD5B7-A9CD-48A7-8681-12ECA4275C06}" type="presOf" srcId="{4939C55D-3ACC-403B-A60D-7ABFE8CADC22}" destId="{BB713951-1E68-4736-AE7C-35F0DAE434F3}" srcOrd="0" destOrd="0" presId="urn:microsoft.com/office/officeart/2005/8/layout/bList2"/>
    <dgm:cxn modelId="{44F2DDD2-3D47-4E04-9ED7-60949EE13DC7}" srcId="{F19F153C-2B51-47CE-8787-9F37C5AD67E8}" destId="{17E91C3A-DD42-4290-894F-30000F0C5370}" srcOrd="4" destOrd="0" parTransId="{F641A521-4A10-499E-BC39-A00AAB637359}" sibTransId="{DDBF0E0A-8443-47AA-8A1F-6FFCD41B82DE}"/>
    <dgm:cxn modelId="{E08960E7-503F-456A-9D06-B366C7CA4432}" type="presOf" srcId="{049D7A77-69EA-4B02-BCB6-6D8B3CE53085}" destId="{44614EB3-C998-4FAB-AC0C-FDDA06A5D261}" srcOrd="0" destOrd="0" presId="urn:microsoft.com/office/officeart/2005/8/layout/bList2"/>
    <dgm:cxn modelId="{96CBF3FC-1467-449C-AFC4-FE775A6540D5}" type="presOf" srcId="{FA2EE8ED-B24F-42E9-8F32-83D5BC9DBFF6}" destId="{EAE81BE9-2EDC-400D-BF3C-C279FE21DCD7}" srcOrd="0" destOrd="0" presId="urn:microsoft.com/office/officeart/2005/8/layout/bList2"/>
    <dgm:cxn modelId="{4EC8CAF4-CA50-4BFE-B988-775904C1AFAF}" type="presParOf" srcId="{FC3C7242-2921-45BB-AE8D-FDCB47D26C3D}" destId="{DF8D600B-BC10-4592-AA0B-E12FAB266E9E}" srcOrd="0" destOrd="0" presId="urn:microsoft.com/office/officeart/2005/8/layout/bList2"/>
    <dgm:cxn modelId="{4E864E3A-8E60-4184-8684-F88FC78F6BB7}" type="presParOf" srcId="{DF8D600B-BC10-4592-AA0B-E12FAB266E9E}" destId="{CF39B332-0391-4CA9-90D3-5820F8316A56}" srcOrd="0" destOrd="0" presId="urn:microsoft.com/office/officeart/2005/8/layout/bList2"/>
    <dgm:cxn modelId="{B2E4BB4B-1731-4D83-A9B2-8D57580DFAAD}" type="presParOf" srcId="{DF8D600B-BC10-4592-AA0B-E12FAB266E9E}" destId="{BB713951-1E68-4736-AE7C-35F0DAE434F3}" srcOrd="1" destOrd="0" presId="urn:microsoft.com/office/officeart/2005/8/layout/bList2"/>
    <dgm:cxn modelId="{8EB0B7E3-2D6D-4061-B888-2BA8A5CE3D9E}" type="presParOf" srcId="{DF8D600B-BC10-4592-AA0B-E12FAB266E9E}" destId="{A9583DD2-F32C-4BD0-956F-1DA2161BA49A}" srcOrd="2" destOrd="0" presId="urn:microsoft.com/office/officeart/2005/8/layout/bList2"/>
    <dgm:cxn modelId="{D29B2192-A3D6-4204-A8C2-16952854969A}" type="presParOf" srcId="{DF8D600B-BC10-4592-AA0B-E12FAB266E9E}" destId="{86EBA277-6089-4056-A5F2-5BEFC23572A9}" srcOrd="3" destOrd="0" presId="urn:microsoft.com/office/officeart/2005/8/layout/bList2"/>
    <dgm:cxn modelId="{4CF07494-35AD-42F2-B03E-C73C5C6B3019}" type="presParOf" srcId="{FC3C7242-2921-45BB-AE8D-FDCB47D26C3D}" destId="{28325639-4217-4DD7-B4BC-6C8EA6CBEE93}" srcOrd="1" destOrd="0" presId="urn:microsoft.com/office/officeart/2005/8/layout/bList2"/>
    <dgm:cxn modelId="{9F22414A-A30F-4AB9-9A46-495BF9AD0835}" type="presParOf" srcId="{FC3C7242-2921-45BB-AE8D-FDCB47D26C3D}" destId="{888F17A0-257A-4C67-A59B-D1B27FF3B57F}" srcOrd="2" destOrd="0" presId="urn:microsoft.com/office/officeart/2005/8/layout/bList2"/>
    <dgm:cxn modelId="{F87F5432-FFB3-4557-8042-16B72AEEF2BF}" type="presParOf" srcId="{888F17A0-257A-4C67-A59B-D1B27FF3B57F}" destId="{F94A89B0-AC97-45FD-8522-01FB349F0650}" srcOrd="0" destOrd="0" presId="urn:microsoft.com/office/officeart/2005/8/layout/bList2"/>
    <dgm:cxn modelId="{C72ABB29-9B99-4E11-A501-5B8826DDAC95}" type="presParOf" srcId="{888F17A0-257A-4C67-A59B-D1B27FF3B57F}" destId="{EAE81BE9-2EDC-400D-BF3C-C279FE21DCD7}" srcOrd="1" destOrd="0" presId="urn:microsoft.com/office/officeart/2005/8/layout/bList2"/>
    <dgm:cxn modelId="{CDFC24F4-C8A1-404B-8BC7-CE425B2B9EEC}" type="presParOf" srcId="{888F17A0-257A-4C67-A59B-D1B27FF3B57F}" destId="{7A573313-1BFB-41B5-A1A4-26B97227898C}" srcOrd="2" destOrd="0" presId="urn:microsoft.com/office/officeart/2005/8/layout/bList2"/>
    <dgm:cxn modelId="{5E5816C1-1060-452D-B449-06E014F45BDB}" type="presParOf" srcId="{888F17A0-257A-4C67-A59B-D1B27FF3B57F}" destId="{417D44BD-51DF-4B81-951B-20348444C4DC}" srcOrd="3" destOrd="0" presId="urn:microsoft.com/office/officeart/2005/8/layout/bList2"/>
    <dgm:cxn modelId="{3B13E880-659A-4AE4-AEAB-6122808C6B0F}" type="presParOf" srcId="{FC3C7242-2921-45BB-AE8D-FDCB47D26C3D}" destId="{0F44361C-0784-45B3-A75B-61D9EA8388C2}" srcOrd="3" destOrd="0" presId="urn:microsoft.com/office/officeart/2005/8/layout/bList2"/>
    <dgm:cxn modelId="{1F207A24-7F1F-41FE-8EB2-92BC1E0D0DBA}" type="presParOf" srcId="{FC3C7242-2921-45BB-AE8D-FDCB47D26C3D}" destId="{626F96C7-60D9-46D2-BC3E-9761027714C5}" srcOrd="4" destOrd="0" presId="urn:microsoft.com/office/officeart/2005/8/layout/bList2"/>
    <dgm:cxn modelId="{BD3CA447-248F-48CF-AD90-85BBF08CE08D}" type="presParOf" srcId="{626F96C7-60D9-46D2-BC3E-9761027714C5}" destId="{3ACEB984-2849-4AA2-B73C-A7E55A13E5A9}" srcOrd="0" destOrd="0" presId="urn:microsoft.com/office/officeart/2005/8/layout/bList2"/>
    <dgm:cxn modelId="{81E346F3-F5C7-4F2D-A5BC-123906908782}" type="presParOf" srcId="{626F96C7-60D9-46D2-BC3E-9761027714C5}" destId="{735E32A6-31E3-4A61-9DAA-5BC48160A4EA}" srcOrd="1" destOrd="0" presId="urn:microsoft.com/office/officeart/2005/8/layout/bList2"/>
    <dgm:cxn modelId="{EF68D67C-E7CE-48E7-A7EC-97DA8643F2E1}" type="presParOf" srcId="{626F96C7-60D9-46D2-BC3E-9761027714C5}" destId="{26A44D97-AF9D-45D5-9429-5D7E1E0331FF}" srcOrd="2" destOrd="0" presId="urn:microsoft.com/office/officeart/2005/8/layout/bList2"/>
    <dgm:cxn modelId="{B8E72980-2614-4B72-A3EC-AA6254A37FC0}" type="presParOf" srcId="{626F96C7-60D9-46D2-BC3E-9761027714C5}" destId="{83C6B4EA-F71B-481D-8D1D-1B1D78AED957}" srcOrd="3" destOrd="0" presId="urn:microsoft.com/office/officeart/2005/8/layout/bList2"/>
    <dgm:cxn modelId="{C0008473-38F9-4328-9CD6-41B61D17ACD5}" type="presParOf" srcId="{FC3C7242-2921-45BB-AE8D-FDCB47D26C3D}" destId="{1944CA94-1E8F-4134-B054-E126EB3EB0D9}" srcOrd="5" destOrd="0" presId="urn:microsoft.com/office/officeart/2005/8/layout/bList2"/>
    <dgm:cxn modelId="{9ECFA815-4819-49CD-BF70-0C7955C11228}" type="presParOf" srcId="{FC3C7242-2921-45BB-AE8D-FDCB47D26C3D}" destId="{9A5CABE4-D1A3-4C0B-84AC-655FE47C086F}" srcOrd="6" destOrd="0" presId="urn:microsoft.com/office/officeart/2005/8/layout/bList2"/>
    <dgm:cxn modelId="{3A589BDA-D89B-465D-9315-76F477892A0F}" type="presParOf" srcId="{9A5CABE4-D1A3-4C0B-84AC-655FE47C086F}" destId="{87535EE0-3E08-4057-B00A-3E61EFF163D2}" srcOrd="0" destOrd="0" presId="urn:microsoft.com/office/officeart/2005/8/layout/bList2"/>
    <dgm:cxn modelId="{02FF061D-052D-4DB5-A813-8E889E084D79}" type="presParOf" srcId="{9A5CABE4-D1A3-4C0B-84AC-655FE47C086F}" destId="{44614EB3-C998-4FAB-AC0C-FDDA06A5D261}" srcOrd="1" destOrd="0" presId="urn:microsoft.com/office/officeart/2005/8/layout/bList2"/>
    <dgm:cxn modelId="{F7E011B2-DD8C-4A0D-935B-B66FF689FD3B}" type="presParOf" srcId="{9A5CABE4-D1A3-4C0B-84AC-655FE47C086F}" destId="{009FF301-2394-4949-B565-5C923B2C8F81}" srcOrd="2" destOrd="0" presId="urn:microsoft.com/office/officeart/2005/8/layout/bList2"/>
    <dgm:cxn modelId="{269FDF9B-6B36-40E1-BD84-0CFB59B943F9}" type="presParOf" srcId="{9A5CABE4-D1A3-4C0B-84AC-655FE47C086F}" destId="{1D8EADA0-77C4-44DF-BD7D-767EF7B6B20E}" srcOrd="3" destOrd="0" presId="urn:microsoft.com/office/officeart/2005/8/layout/bList2"/>
    <dgm:cxn modelId="{A7A532A5-04F2-4D2A-951C-59F14004CF46}" type="presParOf" srcId="{FC3C7242-2921-45BB-AE8D-FDCB47D26C3D}" destId="{6C0DBDC5-D6C2-4F29-8954-01CB5FC2A891}" srcOrd="7" destOrd="0" presId="urn:microsoft.com/office/officeart/2005/8/layout/bList2"/>
    <dgm:cxn modelId="{D1C8489A-1888-46A5-8FE4-F3DBC932E298}" type="presParOf" srcId="{FC3C7242-2921-45BB-AE8D-FDCB47D26C3D}" destId="{9F9E0BEE-950F-4384-A0A5-76C5CA4E5F41}" srcOrd="8" destOrd="0" presId="urn:microsoft.com/office/officeart/2005/8/layout/bList2"/>
    <dgm:cxn modelId="{17F7EA88-56EA-4A35-B409-E531DD4725A7}" type="presParOf" srcId="{9F9E0BEE-950F-4384-A0A5-76C5CA4E5F41}" destId="{C73A5DD0-337B-4C63-BAA3-B9EDF4174DFE}" srcOrd="0" destOrd="0" presId="urn:microsoft.com/office/officeart/2005/8/layout/bList2"/>
    <dgm:cxn modelId="{3917C54F-E233-43EF-9502-265313DACFDD}" type="presParOf" srcId="{9F9E0BEE-950F-4384-A0A5-76C5CA4E5F41}" destId="{ECFB4AA9-13E4-451B-973F-B3DE07F5967E}" srcOrd="1" destOrd="0" presId="urn:microsoft.com/office/officeart/2005/8/layout/bList2"/>
    <dgm:cxn modelId="{D8988527-3EE2-43EF-ADC6-D30836E8CB50}" type="presParOf" srcId="{9F9E0BEE-950F-4384-A0A5-76C5CA4E5F41}" destId="{1A42AF52-E3EC-4500-826E-89B9CEC0BA23}" srcOrd="2" destOrd="0" presId="urn:microsoft.com/office/officeart/2005/8/layout/bList2"/>
    <dgm:cxn modelId="{8FEE686C-8638-4876-B78F-5EBB0E894607}" type="presParOf" srcId="{9F9E0BEE-950F-4384-A0A5-76C5CA4E5F41}" destId="{2D2F0837-5E0B-485C-B422-AE781E7D6187}"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23668C6-07FE-48F3-9026-D0DC688D1EA4}"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DBEC0ED2-FAA0-41DD-8969-FFE220E20DB7}">
      <dgm:prSet phldrT="[Text]" phldr="0" custT="1"/>
      <dgm:spPr/>
      <dgm:t>
        <a:bodyPr/>
        <a:lstStyle/>
        <a:p>
          <a:r>
            <a:rPr lang="en-US" sz="1400" dirty="0">
              <a:latin typeface="Times New Roman" panose="02020603050405020304" pitchFamily="18" charset="0"/>
              <a:cs typeface="Times New Roman" panose="02020603050405020304" pitchFamily="18" charset="0"/>
            </a:rPr>
            <a:t>Dashboard and DAX measure creation</a:t>
          </a:r>
        </a:p>
      </dgm:t>
    </dgm:pt>
    <dgm:pt modelId="{CEA4A52A-33A6-498E-B59E-CBEF564B690D}" type="parTrans" cxnId="{8968E9D6-143B-44AE-AD9B-B21D6DEFE93B}">
      <dgm:prSet/>
      <dgm:spPr/>
      <dgm:t>
        <a:bodyPr/>
        <a:lstStyle/>
        <a:p>
          <a:endParaRPr lang="en-US"/>
        </a:p>
      </dgm:t>
    </dgm:pt>
    <dgm:pt modelId="{152B5F1C-6F8F-43CB-A44B-5D1EBFD9EE58}" type="sibTrans" cxnId="{8968E9D6-143B-44AE-AD9B-B21D6DEFE93B}">
      <dgm:prSet/>
      <dgm:spPr/>
      <dgm:t>
        <a:bodyPr/>
        <a:lstStyle/>
        <a:p>
          <a:endParaRPr lang="en-US"/>
        </a:p>
      </dgm:t>
    </dgm:pt>
    <dgm:pt modelId="{288DF19F-CD07-4587-9378-B64BE940A5F5}">
      <dgm:prSet phldrT="[Text]" phldr="1"/>
      <dgm:spPr/>
      <dgm:t>
        <a:bodyPr/>
        <a:lstStyle/>
        <a:p>
          <a:endParaRPr lang="en-US"/>
        </a:p>
      </dgm:t>
    </dgm:pt>
    <dgm:pt modelId="{0FF7D863-58DE-40A6-8D00-1A3D1FC8C552}" type="parTrans" cxnId="{8CAA4F0D-F2A5-4C16-8635-36AB4265F9D4}">
      <dgm:prSet/>
      <dgm:spPr/>
      <dgm:t>
        <a:bodyPr/>
        <a:lstStyle/>
        <a:p>
          <a:endParaRPr lang="en-US"/>
        </a:p>
      </dgm:t>
    </dgm:pt>
    <dgm:pt modelId="{079F64F4-1D4B-4211-846F-23B15FE6E847}" type="sibTrans" cxnId="{8CAA4F0D-F2A5-4C16-8635-36AB4265F9D4}">
      <dgm:prSet/>
      <dgm:spPr/>
      <dgm:t>
        <a:bodyPr/>
        <a:lstStyle/>
        <a:p>
          <a:endParaRPr lang="en-US"/>
        </a:p>
      </dgm:t>
    </dgm:pt>
    <dgm:pt modelId="{3B8D78BD-7F7F-4049-8D7F-E66EFADCC86F}">
      <dgm:prSet phldrT="[Text]" phldr="1"/>
      <dgm:spPr/>
      <dgm:t>
        <a:bodyPr/>
        <a:lstStyle/>
        <a:p>
          <a:endParaRPr lang="en-US" dirty="0"/>
        </a:p>
      </dgm:t>
    </dgm:pt>
    <dgm:pt modelId="{6725524A-DECE-4EA7-B4AB-8838F973ACE6}" type="parTrans" cxnId="{4CE577E9-1315-4A94-A346-C1A39E3FADD0}">
      <dgm:prSet/>
      <dgm:spPr/>
      <dgm:t>
        <a:bodyPr/>
        <a:lstStyle/>
        <a:p>
          <a:endParaRPr lang="en-US"/>
        </a:p>
      </dgm:t>
    </dgm:pt>
    <dgm:pt modelId="{80524B50-8AD0-4F25-B31B-48A52A442EC3}" type="sibTrans" cxnId="{4CE577E9-1315-4A94-A346-C1A39E3FADD0}">
      <dgm:prSet/>
      <dgm:spPr/>
      <dgm:t>
        <a:bodyPr/>
        <a:lstStyle/>
        <a:p>
          <a:endParaRPr lang="en-US"/>
        </a:p>
      </dgm:t>
    </dgm:pt>
    <dgm:pt modelId="{99568F53-24C6-4356-9FD5-35F1D60F5C93}">
      <dgm:prSet custT="1"/>
      <dgm:spPr/>
      <dgm:t>
        <a:bodyPr/>
        <a:lstStyle/>
        <a:p>
          <a:r>
            <a:rPr lang="en-US" sz="1400" dirty="0">
              <a:latin typeface="Times New Roman" panose="02020603050405020304" pitchFamily="18" charset="0"/>
              <a:ea typeface="Tahoma" panose="020B0604030504040204" pitchFamily="34" charset="0"/>
              <a:cs typeface="Times New Roman" panose="02020603050405020304" pitchFamily="18" charset="0"/>
            </a:rPr>
            <a:t>Problem</a:t>
          </a:r>
          <a:r>
            <a:rPr lang="en-US" sz="1400" dirty="0"/>
            <a:t> </a:t>
          </a:r>
          <a:r>
            <a:rPr lang="en-US" sz="1400" dirty="0">
              <a:latin typeface="Times New Roman" panose="02020603050405020304" pitchFamily="18" charset="0"/>
              <a:cs typeface="Times New Roman" panose="02020603050405020304" pitchFamily="18" charset="0"/>
            </a:rPr>
            <a:t>Identification</a:t>
          </a:r>
        </a:p>
      </dgm:t>
    </dgm:pt>
    <dgm:pt modelId="{DBBAEFBA-2041-4F8E-B7E2-0C46BDE8A252}" type="parTrans" cxnId="{B683C752-0381-4E3F-8C0F-6108995BC0E3}">
      <dgm:prSet/>
      <dgm:spPr/>
      <dgm:t>
        <a:bodyPr/>
        <a:lstStyle/>
        <a:p>
          <a:endParaRPr lang="en-US"/>
        </a:p>
      </dgm:t>
    </dgm:pt>
    <dgm:pt modelId="{8222B149-0705-46E0-8E8A-61A39E78CA87}" type="sibTrans" cxnId="{B683C752-0381-4E3F-8C0F-6108995BC0E3}">
      <dgm:prSet/>
      <dgm:spPr/>
      <dgm:t>
        <a:bodyPr/>
        <a:lstStyle/>
        <a:p>
          <a:endParaRPr lang="en-US"/>
        </a:p>
      </dgm:t>
    </dgm:pt>
    <dgm:pt modelId="{C99E7A0F-4FAE-4410-9FEA-EEF66B4C813A}">
      <dgm:prSet custT="1"/>
      <dgm:spPr/>
      <dgm:t>
        <a:bodyPr/>
        <a:lstStyle/>
        <a:p>
          <a:r>
            <a:rPr lang="en-US" sz="1400" dirty="0">
              <a:latin typeface="Times New Roman" panose="02020603050405020304" pitchFamily="18" charset="0"/>
              <a:cs typeface="Times New Roman" panose="02020603050405020304" pitchFamily="18" charset="0"/>
            </a:rPr>
            <a:t>Data Modelling</a:t>
          </a:r>
        </a:p>
      </dgm:t>
    </dgm:pt>
    <dgm:pt modelId="{A3C0F018-B152-4A39-ABC5-645C35ED2D6A}" type="parTrans" cxnId="{37F6927B-AA2C-47B8-B9E1-983BE4598A2F}">
      <dgm:prSet/>
      <dgm:spPr/>
      <dgm:t>
        <a:bodyPr/>
        <a:lstStyle/>
        <a:p>
          <a:endParaRPr lang="en-US"/>
        </a:p>
      </dgm:t>
    </dgm:pt>
    <dgm:pt modelId="{3ABD95F1-B70B-4194-89B5-F4E9A817566A}" type="sibTrans" cxnId="{37F6927B-AA2C-47B8-B9E1-983BE4598A2F}">
      <dgm:prSet/>
      <dgm:spPr/>
      <dgm:t>
        <a:bodyPr/>
        <a:lstStyle/>
        <a:p>
          <a:endParaRPr lang="en-US"/>
        </a:p>
      </dgm:t>
    </dgm:pt>
    <dgm:pt modelId="{020F69C0-101F-4860-A821-2ACE9891DC17}">
      <dgm:prSet custT="1"/>
      <dgm:spPr/>
      <dgm:t>
        <a:bodyPr/>
        <a:lstStyle/>
        <a:p>
          <a:r>
            <a:rPr lang="en-US" sz="1400" dirty="0">
              <a:latin typeface="Times New Roman" panose="02020603050405020304" pitchFamily="18" charset="0"/>
              <a:cs typeface="Times New Roman" panose="02020603050405020304" pitchFamily="18" charset="0"/>
            </a:rPr>
            <a:t>Data Collection and preprocessing</a:t>
          </a:r>
        </a:p>
      </dgm:t>
    </dgm:pt>
    <dgm:pt modelId="{44E718EF-0FCE-42AB-9515-C945CBF885FB}" type="parTrans" cxnId="{3B8E53FE-EC18-47BE-B26D-FDD481A2C1F4}">
      <dgm:prSet/>
      <dgm:spPr/>
      <dgm:t>
        <a:bodyPr/>
        <a:lstStyle/>
        <a:p>
          <a:endParaRPr lang="en-US"/>
        </a:p>
      </dgm:t>
    </dgm:pt>
    <dgm:pt modelId="{3B75D1EA-2231-44BF-9A29-7C196FC8DCD0}" type="sibTrans" cxnId="{3B8E53FE-EC18-47BE-B26D-FDD481A2C1F4}">
      <dgm:prSet/>
      <dgm:spPr/>
      <dgm:t>
        <a:bodyPr/>
        <a:lstStyle/>
        <a:p>
          <a:endParaRPr lang="en-US"/>
        </a:p>
      </dgm:t>
    </dgm:pt>
    <dgm:pt modelId="{2696B9AA-DA8F-475A-AF66-4A2BB882EBE5}">
      <dgm:prSet phldrT="[Text]" phldr="1"/>
      <dgm:spPr/>
      <dgm:t>
        <a:bodyPr/>
        <a:lstStyle/>
        <a:p>
          <a:endParaRPr lang="en-US"/>
        </a:p>
      </dgm:t>
    </dgm:pt>
    <dgm:pt modelId="{B4399232-B34F-4351-B4FE-908779849F0C}" type="parTrans" cxnId="{D0919BFE-C34E-4113-86D8-A291233DEB2C}">
      <dgm:prSet/>
      <dgm:spPr/>
      <dgm:t>
        <a:bodyPr/>
        <a:lstStyle/>
        <a:p>
          <a:endParaRPr lang="en-US"/>
        </a:p>
      </dgm:t>
    </dgm:pt>
    <dgm:pt modelId="{3DA098B1-5DAD-47F1-9F15-7BB0C8AEBE27}" type="sibTrans" cxnId="{D0919BFE-C34E-4113-86D8-A291233DEB2C}">
      <dgm:prSet/>
      <dgm:spPr/>
      <dgm:t>
        <a:bodyPr/>
        <a:lstStyle/>
        <a:p>
          <a:endParaRPr lang="en-US"/>
        </a:p>
      </dgm:t>
    </dgm:pt>
    <dgm:pt modelId="{BBEB1C63-B2D1-44BA-8703-5E0DB63A90F0}">
      <dgm:prSet phldrT="[Text]" phldr="1"/>
      <dgm:spPr/>
      <dgm:t>
        <a:bodyPr/>
        <a:lstStyle/>
        <a:p>
          <a:endParaRPr lang="en-US"/>
        </a:p>
      </dgm:t>
    </dgm:pt>
    <dgm:pt modelId="{523E005F-16DD-45DC-9280-C5BE02D6E4E7}" type="parTrans" cxnId="{A73C6E38-E4C7-495A-8AAD-EA1CE2B42150}">
      <dgm:prSet/>
      <dgm:spPr/>
      <dgm:t>
        <a:bodyPr/>
        <a:lstStyle/>
        <a:p>
          <a:endParaRPr lang="en-US"/>
        </a:p>
      </dgm:t>
    </dgm:pt>
    <dgm:pt modelId="{54134DAB-0BF7-4F73-B633-C450EE6A87E6}" type="sibTrans" cxnId="{A73C6E38-E4C7-495A-8AAD-EA1CE2B42150}">
      <dgm:prSet/>
      <dgm:spPr/>
      <dgm:t>
        <a:bodyPr/>
        <a:lstStyle/>
        <a:p>
          <a:endParaRPr lang="en-US"/>
        </a:p>
      </dgm:t>
    </dgm:pt>
    <dgm:pt modelId="{B9E79D1D-E90B-44D3-BE7E-430F631B9BC5}">
      <dgm:prSet phldrT="[Text]" phldr="0" custT="1"/>
      <dgm:spPr/>
      <dgm:t>
        <a:bodyPr/>
        <a:lstStyle/>
        <a:p>
          <a:r>
            <a:rPr lang="en-US" sz="1400" dirty="0">
              <a:latin typeface="Times New Roman" panose="02020603050405020304" pitchFamily="18" charset="0"/>
              <a:cs typeface="Times New Roman" panose="02020603050405020304" pitchFamily="18" charset="0"/>
            </a:rPr>
            <a:t>Documentation and Presentation</a:t>
          </a:r>
        </a:p>
      </dgm:t>
    </dgm:pt>
    <dgm:pt modelId="{07155547-F673-416B-9B53-6DC1241F58F2}" type="parTrans" cxnId="{BD688C38-BE69-4DCA-8101-525B6D7BA328}">
      <dgm:prSet/>
      <dgm:spPr/>
      <dgm:t>
        <a:bodyPr/>
        <a:lstStyle/>
        <a:p>
          <a:endParaRPr lang="en-US"/>
        </a:p>
      </dgm:t>
    </dgm:pt>
    <dgm:pt modelId="{06003F30-0AD7-4483-A08C-91F784582B2E}" type="sibTrans" cxnId="{BD688C38-BE69-4DCA-8101-525B6D7BA328}">
      <dgm:prSet/>
      <dgm:spPr/>
      <dgm:t>
        <a:bodyPr/>
        <a:lstStyle/>
        <a:p>
          <a:endParaRPr lang="en-US"/>
        </a:p>
      </dgm:t>
    </dgm:pt>
    <dgm:pt modelId="{5B89513A-B616-45EE-A8B6-656DE81C3DA0}" type="pres">
      <dgm:prSet presAssocID="{923668C6-07FE-48F3-9026-D0DC688D1EA4}" presName="outerComposite" presStyleCnt="0">
        <dgm:presLayoutVars>
          <dgm:chMax val="5"/>
          <dgm:dir/>
          <dgm:resizeHandles val="exact"/>
        </dgm:presLayoutVars>
      </dgm:prSet>
      <dgm:spPr/>
    </dgm:pt>
    <dgm:pt modelId="{B82CD5E8-05E3-4FA2-BD45-CDD7CCEADA99}" type="pres">
      <dgm:prSet presAssocID="{923668C6-07FE-48F3-9026-D0DC688D1EA4}" presName="dummyMaxCanvas" presStyleCnt="0">
        <dgm:presLayoutVars/>
      </dgm:prSet>
      <dgm:spPr/>
    </dgm:pt>
    <dgm:pt modelId="{84429FC0-7785-4B64-BE5C-BAAA5F8DB15C}" type="pres">
      <dgm:prSet presAssocID="{923668C6-07FE-48F3-9026-D0DC688D1EA4}" presName="FiveNodes_1" presStyleLbl="node1" presStyleIdx="0" presStyleCnt="5">
        <dgm:presLayoutVars>
          <dgm:bulletEnabled val="1"/>
        </dgm:presLayoutVars>
      </dgm:prSet>
      <dgm:spPr/>
    </dgm:pt>
    <dgm:pt modelId="{4183EFAA-7C27-4DB0-B72B-CBB3E684769E}" type="pres">
      <dgm:prSet presAssocID="{923668C6-07FE-48F3-9026-D0DC688D1EA4}" presName="FiveNodes_2" presStyleLbl="node1" presStyleIdx="1" presStyleCnt="5">
        <dgm:presLayoutVars>
          <dgm:bulletEnabled val="1"/>
        </dgm:presLayoutVars>
      </dgm:prSet>
      <dgm:spPr/>
    </dgm:pt>
    <dgm:pt modelId="{F1712ECC-3B4D-469F-9708-4DEE09FB2B6C}" type="pres">
      <dgm:prSet presAssocID="{923668C6-07FE-48F3-9026-D0DC688D1EA4}" presName="FiveNodes_3" presStyleLbl="node1" presStyleIdx="2" presStyleCnt="5">
        <dgm:presLayoutVars>
          <dgm:bulletEnabled val="1"/>
        </dgm:presLayoutVars>
      </dgm:prSet>
      <dgm:spPr/>
    </dgm:pt>
    <dgm:pt modelId="{80D255DB-6F80-4B95-B766-7D14A2FB95DD}" type="pres">
      <dgm:prSet presAssocID="{923668C6-07FE-48F3-9026-D0DC688D1EA4}" presName="FiveNodes_4" presStyleLbl="node1" presStyleIdx="3" presStyleCnt="5">
        <dgm:presLayoutVars>
          <dgm:bulletEnabled val="1"/>
        </dgm:presLayoutVars>
      </dgm:prSet>
      <dgm:spPr/>
    </dgm:pt>
    <dgm:pt modelId="{A557E0BF-E613-4DF5-A798-234FF737B535}" type="pres">
      <dgm:prSet presAssocID="{923668C6-07FE-48F3-9026-D0DC688D1EA4}" presName="FiveNodes_5" presStyleLbl="node1" presStyleIdx="4" presStyleCnt="5">
        <dgm:presLayoutVars>
          <dgm:bulletEnabled val="1"/>
        </dgm:presLayoutVars>
      </dgm:prSet>
      <dgm:spPr/>
    </dgm:pt>
    <dgm:pt modelId="{CEEF0220-4EAD-4719-9877-0E43F17F7935}" type="pres">
      <dgm:prSet presAssocID="{923668C6-07FE-48F3-9026-D0DC688D1EA4}" presName="FiveConn_1-2" presStyleLbl="fgAccFollowNode1" presStyleIdx="0" presStyleCnt="4">
        <dgm:presLayoutVars>
          <dgm:bulletEnabled val="1"/>
        </dgm:presLayoutVars>
      </dgm:prSet>
      <dgm:spPr/>
    </dgm:pt>
    <dgm:pt modelId="{1986C824-CC6E-4641-884F-42FDE48371FF}" type="pres">
      <dgm:prSet presAssocID="{923668C6-07FE-48F3-9026-D0DC688D1EA4}" presName="FiveConn_2-3" presStyleLbl="fgAccFollowNode1" presStyleIdx="1" presStyleCnt="4">
        <dgm:presLayoutVars>
          <dgm:bulletEnabled val="1"/>
        </dgm:presLayoutVars>
      </dgm:prSet>
      <dgm:spPr/>
    </dgm:pt>
    <dgm:pt modelId="{2A260051-C12E-4206-A451-BB4FC9FB16EC}" type="pres">
      <dgm:prSet presAssocID="{923668C6-07FE-48F3-9026-D0DC688D1EA4}" presName="FiveConn_3-4" presStyleLbl="fgAccFollowNode1" presStyleIdx="2" presStyleCnt="4">
        <dgm:presLayoutVars>
          <dgm:bulletEnabled val="1"/>
        </dgm:presLayoutVars>
      </dgm:prSet>
      <dgm:spPr/>
    </dgm:pt>
    <dgm:pt modelId="{7F74AAFD-B1EA-4A80-A762-5C7E33919FBC}" type="pres">
      <dgm:prSet presAssocID="{923668C6-07FE-48F3-9026-D0DC688D1EA4}" presName="FiveConn_4-5" presStyleLbl="fgAccFollowNode1" presStyleIdx="3" presStyleCnt="4">
        <dgm:presLayoutVars>
          <dgm:bulletEnabled val="1"/>
        </dgm:presLayoutVars>
      </dgm:prSet>
      <dgm:spPr/>
    </dgm:pt>
    <dgm:pt modelId="{489E499B-F21C-44A8-9D82-F8D23AB911A4}" type="pres">
      <dgm:prSet presAssocID="{923668C6-07FE-48F3-9026-D0DC688D1EA4}" presName="FiveNodes_1_text" presStyleLbl="node1" presStyleIdx="4" presStyleCnt="5">
        <dgm:presLayoutVars>
          <dgm:bulletEnabled val="1"/>
        </dgm:presLayoutVars>
      </dgm:prSet>
      <dgm:spPr/>
    </dgm:pt>
    <dgm:pt modelId="{418AB447-19FA-4D9C-8BB8-BD3E7F43BAEF}" type="pres">
      <dgm:prSet presAssocID="{923668C6-07FE-48F3-9026-D0DC688D1EA4}" presName="FiveNodes_2_text" presStyleLbl="node1" presStyleIdx="4" presStyleCnt="5">
        <dgm:presLayoutVars>
          <dgm:bulletEnabled val="1"/>
        </dgm:presLayoutVars>
      </dgm:prSet>
      <dgm:spPr/>
    </dgm:pt>
    <dgm:pt modelId="{FF85AE9F-B5D3-47DA-8D32-DAF6387DBB0C}" type="pres">
      <dgm:prSet presAssocID="{923668C6-07FE-48F3-9026-D0DC688D1EA4}" presName="FiveNodes_3_text" presStyleLbl="node1" presStyleIdx="4" presStyleCnt="5">
        <dgm:presLayoutVars>
          <dgm:bulletEnabled val="1"/>
        </dgm:presLayoutVars>
      </dgm:prSet>
      <dgm:spPr/>
    </dgm:pt>
    <dgm:pt modelId="{0F86E57D-7A11-4112-A4C2-20C1B098910E}" type="pres">
      <dgm:prSet presAssocID="{923668C6-07FE-48F3-9026-D0DC688D1EA4}" presName="FiveNodes_4_text" presStyleLbl="node1" presStyleIdx="4" presStyleCnt="5">
        <dgm:presLayoutVars>
          <dgm:bulletEnabled val="1"/>
        </dgm:presLayoutVars>
      </dgm:prSet>
      <dgm:spPr/>
    </dgm:pt>
    <dgm:pt modelId="{29973275-FAD4-4C6C-93EB-9B9A92C6C2C2}" type="pres">
      <dgm:prSet presAssocID="{923668C6-07FE-48F3-9026-D0DC688D1EA4}" presName="FiveNodes_5_text" presStyleLbl="node1" presStyleIdx="4" presStyleCnt="5">
        <dgm:presLayoutVars>
          <dgm:bulletEnabled val="1"/>
        </dgm:presLayoutVars>
      </dgm:prSet>
      <dgm:spPr/>
    </dgm:pt>
  </dgm:ptLst>
  <dgm:cxnLst>
    <dgm:cxn modelId="{64F1AF05-051A-489F-BE96-FD9B8F9ED981}" type="presOf" srcId="{B9E79D1D-E90B-44D3-BE7E-430F631B9BC5}" destId="{A557E0BF-E613-4DF5-A798-234FF737B535}" srcOrd="0" destOrd="0" presId="urn:microsoft.com/office/officeart/2005/8/layout/vProcess5"/>
    <dgm:cxn modelId="{89F9E809-A237-421B-B9FB-E3687F24E817}" type="presOf" srcId="{020F69C0-101F-4860-A821-2ACE9891DC17}" destId="{4183EFAA-7C27-4DB0-B72B-CBB3E684769E}" srcOrd="0" destOrd="0" presId="urn:microsoft.com/office/officeart/2005/8/layout/vProcess5"/>
    <dgm:cxn modelId="{8CAA4F0D-F2A5-4C16-8635-36AB4265F9D4}" srcId="{923668C6-07FE-48F3-9026-D0DC688D1EA4}" destId="{288DF19F-CD07-4587-9378-B64BE940A5F5}" srcOrd="7" destOrd="0" parTransId="{0FF7D863-58DE-40A6-8D00-1A3D1FC8C552}" sibTransId="{079F64F4-1D4B-4211-846F-23B15FE6E847}"/>
    <dgm:cxn modelId="{28F22B11-16EC-4B88-94BD-E3527296342E}" type="presOf" srcId="{3ABD95F1-B70B-4194-89B5-F4E9A817566A}" destId="{2A260051-C12E-4206-A451-BB4FC9FB16EC}" srcOrd="0" destOrd="0" presId="urn:microsoft.com/office/officeart/2005/8/layout/vProcess5"/>
    <dgm:cxn modelId="{8CE78F1C-52D7-4EDE-B7A9-8821414B24E0}" type="presOf" srcId="{99568F53-24C6-4356-9FD5-35F1D60F5C93}" destId="{84429FC0-7785-4B64-BE5C-BAAA5F8DB15C}" srcOrd="0" destOrd="0" presId="urn:microsoft.com/office/officeart/2005/8/layout/vProcess5"/>
    <dgm:cxn modelId="{1E9A6726-1DB0-4528-8C84-31E986229D84}" type="presOf" srcId="{99568F53-24C6-4356-9FD5-35F1D60F5C93}" destId="{489E499B-F21C-44A8-9D82-F8D23AB911A4}" srcOrd="1" destOrd="0" presId="urn:microsoft.com/office/officeart/2005/8/layout/vProcess5"/>
    <dgm:cxn modelId="{982EFB26-1DC2-44B0-A69C-B9D95A4DA073}" type="presOf" srcId="{DBEC0ED2-FAA0-41DD-8969-FFE220E20DB7}" destId="{0F86E57D-7A11-4112-A4C2-20C1B098910E}" srcOrd="1" destOrd="0" presId="urn:microsoft.com/office/officeart/2005/8/layout/vProcess5"/>
    <dgm:cxn modelId="{A73C6E38-E4C7-495A-8AAD-EA1CE2B42150}" srcId="{923668C6-07FE-48F3-9026-D0DC688D1EA4}" destId="{BBEB1C63-B2D1-44BA-8703-5E0DB63A90F0}" srcOrd="6" destOrd="0" parTransId="{523E005F-16DD-45DC-9280-C5BE02D6E4E7}" sibTransId="{54134DAB-0BF7-4F73-B633-C450EE6A87E6}"/>
    <dgm:cxn modelId="{BD688C38-BE69-4DCA-8101-525B6D7BA328}" srcId="{923668C6-07FE-48F3-9026-D0DC688D1EA4}" destId="{B9E79D1D-E90B-44D3-BE7E-430F631B9BC5}" srcOrd="4" destOrd="0" parTransId="{07155547-F673-416B-9B53-6DC1241F58F2}" sibTransId="{06003F30-0AD7-4483-A08C-91F784582B2E}"/>
    <dgm:cxn modelId="{63F2CB39-4D52-4292-905F-4723B54E736A}" type="presOf" srcId="{152B5F1C-6F8F-43CB-A44B-5D1EBFD9EE58}" destId="{7F74AAFD-B1EA-4A80-A762-5C7E33919FBC}" srcOrd="0" destOrd="0" presId="urn:microsoft.com/office/officeart/2005/8/layout/vProcess5"/>
    <dgm:cxn modelId="{B0FD815B-FD76-4106-AE28-27E3C6CB8F00}" type="presOf" srcId="{C99E7A0F-4FAE-4410-9FEA-EEF66B4C813A}" destId="{FF85AE9F-B5D3-47DA-8D32-DAF6387DBB0C}" srcOrd="1" destOrd="0" presId="urn:microsoft.com/office/officeart/2005/8/layout/vProcess5"/>
    <dgm:cxn modelId="{38193669-FD65-4517-93BD-9735501D6019}" type="presOf" srcId="{020F69C0-101F-4860-A821-2ACE9891DC17}" destId="{418AB447-19FA-4D9C-8BB8-BD3E7F43BAEF}" srcOrd="1" destOrd="0" presId="urn:microsoft.com/office/officeart/2005/8/layout/vProcess5"/>
    <dgm:cxn modelId="{B683C752-0381-4E3F-8C0F-6108995BC0E3}" srcId="{923668C6-07FE-48F3-9026-D0DC688D1EA4}" destId="{99568F53-24C6-4356-9FD5-35F1D60F5C93}" srcOrd="0" destOrd="0" parTransId="{DBBAEFBA-2041-4F8E-B7E2-0C46BDE8A252}" sibTransId="{8222B149-0705-46E0-8E8A-61A39E78CA87}"/>
    <dgm:cxn modelId="{37F6927B-AA2C-47B8-B9E1-983BE4598A2F}" srcId="{923668C6-07FE-48F3-9026-D0DC688D1EA4}" destId="{C99E7A0F-4FAE-4410-9FEA-EEF66B4C813A}" srcOrd="2" destOrd="0" parTransId="{A3C0F018-B152-4A39-ABC5-645C35ED2D6A}" sibTransId="{3ABD95F1-B70B-4194-89B5-F4E9A817566A}"/>
    <dgm:cxn modelId="{0E6E038F-68B2-448F-B460-7F97B37025D3}" type="presOf" srcId="{DBEC0ED2-FAA0-41DD-8969-FFE220E20DB7}" destId="{80D255DB-6F80-4B95-B766-7D14A2FB95DD}" srcOrd="0" destOrd="0" presId="urn:microsoft.com/office/officeart/2005/8/layout/vProcess5"/>
    <dgm:cxn modelId="{1FF46C95-1549-45B3-9766-EE90AADA6F4E}" type="presOf" srcId="{8222B149-0705-46E0-8E8A-61A39E78CA87}" destId="{CEEF0220-4EAD-4719-9877-0E43F17F7935}" srcOrd="0" destOrd="0" presId="urn:microsoft.com/office/officeart/2005/8/layout/vProcess5"/>
    <dgm:cxn modelId="{4E05EFCB-77BB-4D6A-BE23-0633A66ED903}" type="presOf" srcId="{3B75D1EA-2231-44BF-9A29-7C196FC8DCD0}" destId="{1986C824-CC6E-4641-884F-42FDE48371FF}" srcOrd="0" destOrd="0" presId="urn:microsoft.com/office/officeart/2005/8/layout/vProcess5"/>
    <dgm:cxn modelId="{8968E9D6-143B-44AE-AD9B-B21D6DEFE93B}" srcId="{923668C6-07FE-48F3-9026-D0DC688D1EA4}" destId="{DBEC0ED2-FAA0-41DD-8969-FFE220E20DB7}" srcOrd="3" destOrd="0" parTransId="{CEA4A52A-33A6-498E-B59E-CBEF564B690D}" sibTransId="{152B5F1C-6F8F-43CB-A44B-5D1EBFD9EE58}"/>
    <dgm:cxn modelId="{02DC32DB-97BF-4BC7-9AF9-B7A6B760FBF1}" type="presOf" srcId="{B9E79D1D-E90B-44D3-BE7E-430F631B9BC5}" destId="{29973275-FAD4-4C6C-93EB-9B9A92C6C2C2}" srcOrd="1" destOrd="0" presId="urn:microsoft.com/office/officeart/2005/8/layout/vProcess5"/>
    <dgm:cxn modelId="{3F837DE2-F699-4DEA-B94D-DD8157F54A83}" type="presOf" srcId="{923668C6-07FE-48F3-9026-D0DC688D1EA4}" destId="{5B89513A-B616-45EE-A8B6-656DE81C3DA0}" srcOrd="0" destOrd="0" presId="urn:microsoft.com/office/officeart/2005/8/layout/vProcess5"/>
    <dgm:cxn modelId="{4CE577E9-1315-4A94-A346-C1A39E3FADD0}" srcId="{923668C6-07FE-48F3-9026-D0DC688D1EA4}" destId="{3B8D78BD-7F7F-4049-8D7F-E66EFADCC86F}" srcOrd="8" destOrd="0" parTransId="{6725524A-DECE-4EA7-B4AB-8838F973ACE6}" sibTransId="{80524B50-8AD0-4F25-B31B-48A52A442EC3}"/>
    <dgm:cxn modelId="{A87CB4F8-54EB-4D44-9630-D3DD683207C3}" type="presOf" srcId="{C99E7A0F-4FAE-4410-9FEA-EEF66B4C813A}" destId="{F1712ECC-3B4D-469F-9708-4DEE09FB2B6C}" srcOrd="0" destOrd="0" presId="urn:microsoft.com/office/officeart/2005/8/layout/vProcess5"/>
    <dgm:cxn modelId="{3B8E53FE-EC18-47BE-B26D-FDD481A2C1F4}" srcId="{923668C6-07FE-48F3-9026-D0DC688D1EA4}" destId="{020F69C0-101F-4860-A821-2ACE9891DC17}" srcOrd="1" destOrd="0" parTransId="{44E718EF-0FCE-42AB-9515-C945CBF885FB}" sibTransId="{3B75D1EA-2231-44BF-9A29-7C196FC8DCD0}"/>
    <dgm:cxn modelId="{D0919BFE-C34E-4113-86D8-A291233DEB2C}" srcId="{923668C6-07FE-48F3-9026-D0DC688D1EA4}" destId="{2696B9AA-DA8F-475A-AF66-4A2BB882EBE5}" srcOrd="5" destOrd="0" parTransId="{B4399232-B34F-4351-B4FE-908779849F0C}" sibTransId="{3DA098B1-5DAD-47F1-9F15-7BB0C8AEBE27}"/>
    <dgm:cxn modelId="{19153E6C-6E9A-40B4-B4E9-8D4164D3FF82}" type="presParOf" srcId="{5B89513A-B616-45EE-A8B6-656DE81C3DA0}" destId="{B82CD5E8-05E3-4FA2-BD45-CDD7CCEADA99}" srcOrd="0" destOrd="0" presId="urn:microsoft.com/office/officeart/2005/8/layout/vProcess5"/>
    <dgm:cxn modelId="{9B3E01C7-D821-417D-B00D-03ADAAF3489E}" type="presParOf" srcId="{5B89513A-B616-45EE-A8B6-656DE81C3DA0}" destId="{84429FC0-7785-4B64-BE5C-BAAA5F8DB15C}" srcOrd="1" destOrd="0" presId="urn:microsoft.com/office/officeart/2005/8/layout/vProcess5"/>
    <dgm:cxn modelId="{F71EE9DE-8A62-44FD-8E47-134A2C341A13}" type="presParOf" srcId="{5B89513A-B616-45EE-A8B6-656DE81C3DA0}" destId="{4183EFAA-7C27-4DB0-B72B-CBB3E684769E}" srcOrd="2" destOrd="0" presId="urn:microsoft.com/office/officeart/2005/8/layout/vProcess5"/>
    <dgm:cxn modelId="{CF4737A9-B2C4-46C5-BB0A-6785112E2103}" type="presParOf" srcId="{5B89513A-B616-45EE-A8B6-656DE81C3DA0}" destId="{F1712ECC-3B4D-469F-9708-4DEE09FB2B6C}" srcOrd="3" destOrd="0" presId="urn:microsoft.com/office/officeart/2005/8/layout/vProcess5"/>
    <dgm:cxn modelId="{25F7C591-C256-49AD-8213-A710B42D154E}" type="presParOf" srcId="{5B89513A-B616-45EE-A8B6-656DE81C3DA0}" destId="{80D255DB-6F80-4B95-B766-7D14A2FB95DD}" srcOrd="4" destOrd="0" presId="urn:microsoft.com/office/officeart/2005/8/layout/vProcess5"/>
    <dgm:cxn modelId="{CF865CE2-6624-4A41-9B57-9F6D5F4DECC4}" type="presParOf" srcId="{5B89513A-B616-45EE-A8B6-656DE81C3DA0}" destId="{A557E0BF-E613-4DF5-A798-234FF737B535}" srcOrd="5" destOrd="0" presId="urn:microsoft.com/office/officeart/2005/8/layout/vProcess5"/>
    <dgm:cxn modelId="{FF8E2CDC-312A-4ABA-8E9F-C3656664DE79}" type="presParOf" srcId="{5B89513A-B616-45EE-A8B6-656DE81C3DA0}" destId="{CEEF0220-4EAD-4719-9877-0E43F17F7935}" srcOrd="6" destOrd="0" presId="urn:microsoft.com/office/officeart/2005/8/layout/vProcess5"/>
    <dgm:cxn modelId="{023C2FCB-A9DC-4894-866D-136E382EA9A0}" type="presParOf" srcId="{5B89513A-B616-45EE-A8B6-656DE81C3DA0}" destId="{1986C824-CC6E-4641-884F-42FDE48371FF}" srcOrd="7" destOrd="0" presId="urn:microsoft.com/office/officeart/2005/8/layout/vProcess5"/>
    <dgm:cxn modelId="{52B6ACB7-9039-44B4-9B78-DA20631234E1}" type="presParOf" srcId="{5B89513A-B616-45EE-A8B6-656DE81C3DA0}" destId="{2A260051-C12E-4206-A451-BB4FC9FB16EC}" srcOrd="8" destOrd="0" presId="urn:microsoft.com/office/officeart/2005/8/layout/vProcess5"/>
    <dgm:cxn modelId="{AF3DEC20-761E-447F-BA62-FF7D73DA3F60}" type="presParOf" srcId="{5B89513A-B616-45EE-A8B6-656DE81C3DA0}" destId="{7F74AAFD-B1EA-4A80-A762-5C7E33919FBC}" srcOrd="9" destOrd="0" presId="urn:microsoft.com/office/officeart/2005/8/layout/vProcess5"/>
    <dgm:cxn modelId="{DDF80D1F-20CE-452B-A2B6-37095DA8E9C5}" type="presParOf" srcId="{5B89513A-B616-45EE-A8B6-656DE81C3DA0}" destId="{489E499B-F21C-44A8-9D82-F8D23AB911A4}" srcOrd="10" destOrd="0" presId="urn:microsoft.com/office/officeart/2005/8/layout/vProcess5"/>
    <dgm:cxn modelId="{4ABC233C-671B-4CCA-A1AC-846E564EE421}" type="presParOf" srcId="{5B89513A-B616-45EE-A8B6-656DE81C3DA0}" destId="{418AB447-19FA-4D9C-8BB8-BD3E7F43BAEF}" srcOrd="11" destOrd="0" presId="urn:microsoft.com/office/officeart/2005/8/layout/vProcess5"/>
    <dgm:cxn modelId="{910B786B-C1DB-4AF5-BB51-8EFC42D79859}" type="presParOf" srcId="{5B89513A-B616-45EE-A8B6-656DE81C3DA0}" destId="{FF85AE9F-B5D3-47DA-8D32-DAF6387DBB0C}" srcOrd="12" destOrd="0" presId="urn:microsoft.com/office/officeart/2005/8/layout/vProcess5"/>
    <dgm:cxn modelId="{6792AD35-6A75-46CE-A7C8-33433EEA6CFD}" type="presParOf" srcId="{5B89513A-B616-45EE-A8B6-656DE81C3DA0}" destId="{0F86E57D-7A11-4112-A4C2-20C1B098910E}" srcOrd="13" destOrd="0" presId="urn:microsoft.com/office/officeart/2005/8/layout/vProcess5"/>
    <dgm:cxn modelId="{EDBB9FF1-B98D-4CD9-816B-7DEC7BFE752F}" type="presParOf" srcId="{5B89513A-B616-45EE-A8B6-656DE81C3DA0}" destId="{29973275-FAD4-4C6C-93EB-9B9A92C6C2C2}" srcOrd="14" destOrd="0" presId="urn:microsoft.com/office/officeart/2005/8/layout/vProcess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9A0A5D6-AB94-4445-94F1-71720D3DF6DA}"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2BB97DA2-5E89-4789-8642-4D8816675AD1}">
      <dgm:prSet phldrT="[Text]" custT="1"/>
      <dgm:spPr/>
      <dgm:t>
        <a:bodyPr/>
        <a:lstStyle/>
        <a:p>
          <a:pPr>
            <a:buFont typeface="Wingdings" panose="05000000000000000000" pitchFamily="2" charset="2"/>
            <a:buChar char="§"/>
          </a:pPr>
          <a:r>
            <a:rPr lang="en-US" sz="1500" dirty="0">
              <a:latin typeface="Times New Roman" panose="02020603050405020304" pitchFamily="18" charset="0"/>
              <a:cs typeface="Times New Roman" panose="02020603050405020304" pitchFamily="18" charset="0"/>
            </a:rPr>
            <a:t>There is gender imbalance in Indian election i.e. male dominance  although Female participation increases over time but still low .</a:t>
          </a:r>
        </a:p>
      </dgm:t>
    </dgm:pt>
    <dgm:pt modelId="{C848076A-6DED-4B70-B26F-A9B9723FC2BF}" type="parTrans" cxnId="{2F19CBD2-8A0D-4F17-ACDF-F61FF062BF17}">
      <dgm:prSet/>
      <dgm:spPr/>
      <dgm:t>
        <a:bodyPr/>
        <a:lstStyle/>
        <a:p>
          <a:endParaRPr lang="en-US"/>
        </a:p>
      </dgm:t>
    </dgm:pt>
    <dgm:pt modelId="{09BF14AE-54AB-47B7-B2B2-DE58F1720171}" type="sibTrans" cxnId="{2F19CBD2-8A0D-4F17-ACDF-F61FF062BF17}">
      <dgm:prSet/>
      <dgm:spPr/>
      <dgm:t>
        <a:bodyPr/>
        <a:lstStyle/>
        <a:p>
          <a:endParaRPr lang="en-US"/>
        </a:p>
      </dgm:t>
    </dgm:pt>
    <dgm:pt modelId="{C656C272-1217-400E-A511-EC6E9BEE9549}">
      <dgm:prSet phldrT="[Text]" custT="1"/>
      <dgm:spPr/>
      <dgm:t>
        <a:bodyPr/>
        <a:lstStyle/>
        <a:p>
          <a:pPr>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Majority of parliamentary constituency belongs to General , followed by ST and SC but ST and SC place important role in voter participation by showing higher voter turnout%.</a:t>
          </a:r>
          <a:endParaRPr lang="en-US" sz="1400" dirty="0"/>
        </a:p>
      </dgm:t>
    </dgm:pt>
    <dgm:pt modelId="{1B611364-C859-4A56-8281-84845F52A8AB}" type="parTrans" cxnId="{497AB832-2582-499A-9ED7-37904C795421}">
      <dgm:prSet/>
      <dgm:spPr/>
      <dgm:t>
        <a:bodyPr/>
        <a:lstStyle/>
        <a:p>
          <a:endParaRPr lang="en-US"/>
        </a:p>
      </dgm:t>
    </dgm:pt>
    <dgm:pt modelId="{A138313F-3E14-4E51-B80D-20B32758AE39}" type="sibTrans" cxnId="{497AB832-2582-499A-9ED7-37904C795421}">
      <dgm:prSet/>
      <dgm:spPr/>
      <dgm:t>
        <a:bodyPr/>
        <a:lstStyle/>
        <a:p>
          <a:endParaRPr lang="en-US"/>
        </a:p>
      </dgm:t>
    </dgm:pt>
    <dgm:pt modelId="{BEDAB261-99A5-4EC4-A885-DB5340A986F7}">
      <dgm:prSet phldrT="[Text]" custT="1"/>
      <dgm:spPr/>
      <dgm:t>
        <a:bodyPr/>
        <a:lstStyle/>
        <a:p>
          <a:pPr>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Winner Strength % and Victory margin % across year are fluctuating which tells that in some year elections are highly dominating or in some year election are less dominating.</a:t>
          </a:r>
          <a:endParaRPr lang="en-US" sz="1400" dirty="0"/>
        </a:p>
      </dgm:t>
    </dgm:pt>
    <dgm:pt modelId="{1302B9EF-AB55-49B9-B464-67B0D942A90D}" type="parTrans" cxnId="{4C84A493-B102-4204-8FC8-F1F4CB061938}">
      <dgm:prSet/>
      <dgm:spPr/>
      <dgm:t>
        <a:bodyPr/>
        <a:lstStyle/>
        <a:p>
          <a:endParaRPr lang="en-US"/>
        </a:p>
      </dgm:t>
    </dgm:pt>
    <dgm:pt modelId="{15C48F88-7ACB-48F1-81C0-1BBCAF59F8DA}" type="sibTrans" cxnId="{4C84A493-B102-4204-8FC8-F1F4CB061938}">
      <dgm:prSet/>
      <dgm:spPr/>
      <dgm:t>
        <a:bodyPr/>
        <a:lstStyle/>
        <a:p>
          <a:endParaRPr lang="en-US"/>
        </a:p>
      </dgm:t>
    </dgm:pt>
    <dgm:pt modelId="{9289423E-3514-4108-960B-63A851BB9C2B}">
      <dgm:prSet/>
      <dgm:spPr/>
      <dgm:t>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Some parties win more seats even with small vote shares, and some parties win low seats with high votes share showing high seats does not mean high votes received.</a:t>
          </a:r>
          <a:endParaRPr lang="en-US" dirty="0"/>
        </a:p>
      </dgm:t>
    </dgm:pt>
    <dgm:pt modelId="{2DC0A2CF-4089-4AF2-A7FC-2576E6DD27C0}" type="parTrans" cxnId="{F3CA3D5F-C083-43D1-96CD-46E753D00D3A}">
      <dgm:prSet/>
      <dgm:spPr/>
      <dgm:t>
        <a:bodyPr/>
        <a:lstStyle/>
        <a:p>
          <a:endParaRPr lang="en-US"/>
        </a:p>
      </dgm:t>
    </dgm:pt>
    <dgm:pt modelId="{43E0650B-E9CE-444F-A269-10CB9BEDA5A6}" type="sibTrans" cxnId="{F3CA3D5F-C083-43D1-96CD-46E753D00D3A}">
      <dgm:prSet/>
      <dgm:spPr/>
      <dgm:t>
        <a:bodyPr/>
        <a:lstStyle/>
        <a:p>
          <a:endParaRPr lang="en-US"/>
        </a:p>
      </dgm:t>
    </dgm:pt>
    <dgm:pt modelId="{592F2771-E428-4984-BDA3-726602389D8E}">
      <dgm:prSet/>
      <dgm:spPr/>
      <dgm:t>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Some parties win more seats even with small vote shares, and some parties win low seats with high votes share showing high seats does not mean high votes received.</a:t>
          </a:r>
          <a:endParaRPr lang="en-US" dirty="0"/>
        </a:p>
      </dgm:t>
    </dgm:pt>
    <dgm:pt modelId="{7D071656-CD42-4AB5-9DA1-653F1F0EC5AD}" type="parTrans" cxnId="{667AFD9A-A232-45EE-A4C0-F5C3720BB2F8}">
      <dgm:prSet/>
      <dgm:spPr/>
      <dgm:t>
        <a:bodyPr/>
        <a:lstStyle/>
        <a:p>
          <a:endParaRPr lang="en-US"/>
        </a:p>
      </dgm:t>
    </dgm:pt>
    <dgm:pt modelId="{EB373E07-D513-427A-B886-F7675FE70CB5}" type="sibTrans" cxnId="{667AFD9A-A232-45EE-A4C0-F5C3720BB2F8}">
      <dgm:prSet/>
      <dgm:spPr/>
      <dgm:t>
        <a:bodyPr/>
        <a:lstStyle/>
        <a:p>
          <a:endParaRPr lang="en-US"/>
        </a:p>
      </dgm:t>
    </dgm:pt>
    <dgm:pt modelId="{8805B252-C17E-47EF-B120-967195C6E611}" type="pres">
      <dgm:prSet presAssocID="{A9A0A5D6-AB94-4445-94F1-71720D3DF6DA}" presName="linear" presStyleCnt="0">
        <dgm:presLayoutVars>
          <dgm:dir/>
          <dgm:animLvl val="lvl"/>
          <dgm:resizeHandles val="exact"/>
        </dgm:presLayoutVars>
      </dgm:prSet>
      <dgm:spPr/>
    </dgm:pt>
    <dgm:pt modelId="{24F507BD-4FC0-42AE-A6DB-85781F8A792E}" type="pres">
      <dgm:prSet presAssocID="{2BB97DA2-5E89-4789-8642-4D8816675AD1}" presName="parentLin" presStyleCnt="0"/>
      <dgm:spPr/>
    </dgm:pt>
    <dgm:pt modelId="{C17BA40A-DD32-4E0E-BAD7-B9FDB867BC12}" type="pres">
      <dgm:prSet presAssocID="{2BB97DA2-5E89-4789-8642-4D8816675AD1}" presName="parentLeftMargin" presStyleLbl="node1" presStyleIdx="0" presStyleCnt="5"/>
      <dgm:spPr/>
    </dgm:pt>
    <dgm:pt modelId="{ED1EF143-3327-4609-97A3-B12CC087CBBB}" type="pres">
      <dgm:prSet presAssocID="{2BB97DA2-5E89-4789-8642-4D8816675AD1}" presName="parentText" presStyleLbl="node1" presStyleIdx="0" presStyleCnt="5" custScaleX="132474" custScaleY="116897">
        <dgm:presLayoutVars>
          <dgm:chMax val="0"/>
          <dgm:bulletEnabled val="1"/>
        </dgm:presLayoutVars>
      </dgm:prSet>
      <dgm:spPr/>
    </dgm:pt>
    <dgm:pt modelId="{76F2CAE1-802F-4BA4-B4C2-BAD1156020C2}" type="pres">
      <dgm:prSet presAssocID="{2BB97DA2-5E89-4789-8642-4D8816675AD1}" presName="negativeSpace" presStyleCnt="0"/>
      <dgm:spPr/>
    </dgm:pt>
    <dgm:pt modelId="{F9D4BFED-1A62-407F-ABA3-5E04A65FABCB}" type="pres">
      <dgm:prSet presAssocID="{2BB97DA2-5E89-4789-8642-4D8816675AD1}" presName="childText" presStyleLbl="conFgAcc1" presStyleIdx="0" presStyleCnt="5">
        <dgm:presLayoutVars>
          <dgm:bulletEnabled val="1"/>
        </dgm:presLayoutVars>
      </dgm:prSet>
      <dgm:spPr/>
    </dgm:pt>
    <dgm:pt modelId="{3EE9687E-9E4E-44F0-81FC-6FFFC146B22C}" type="pres">
      <dgm:prSet presAssocID="{09BF14AE-54AB-47B7-B2B2-DE58F1720171}" presName="spaceBetweenRectangles" presStyleCnt="0"/>
      <dgm:spPr/>
    </dgm:pt>
    <dgm:pt modelId="{CCD123BF-BC32-46B3-BA30-6E200F031B7A}" type="pres">
      <dgm:prSet presAssocID="{C656C272-1217-400E-A511-EC6E9BEE9549}" presName="parentLin" presStyleCnt="0"/>
      <dgm:spPr/>
    </dgm:pt>
    <dgm:pt modelId="{F2E3E90A-F86A-4360-8FD8-E5A239BF5A73}" type="pres">
      <dgm:prSet presAssocID="{C656C272-1217-400E-A511-EC6E9BEE9549}" presName="parentLeftMargin" presStyleLbl="node1" presStyleIdx="0" presStyleCnt="5"/>
      <dgm:spPr/>
    </dgm:pt>
    <dgm:pt modelId="{300942B5-796F-45F4-B4B8-345DC485FE0D}" type="pres">
      <dgm:prSet presAssocID="{C656C272-1217-400E-A511-EC6E9BEE9549}" presName="parentText" presStyleLbl="node1" presStyleIdx="1" presStyleCnt="5" custScaleX="131540" custLinFactNeighborX="3711">
        <dgm:presLayoutVars>
          <dgm:chMax val="0"/>
          <dgm:bulletEnabled val="1"/>
        </dgm:presLayoutVars>
      </dgm:prSet>
      <dgm:spPr/>
    </dgm:pt>
    <dgm:pt modelId="{3673E9EC-CB34-48E6-9F30-A3BBDD2D3C0D}" type="pres">
      <dgm:prSet presAssocID="{C656C272-1217-400E-A511-EC6E9BEE9549}" presName="negativeSpace" presStyleCnt="0"/>
      <dgm:spPr/>
    </dgm:pt>
    <dgm:pt modelId="{AAE8DC1C-3A33-42AF-AED8-FA27267DA0FE}" type="pres">
      <dgm:prSet presAssocID="{C656C272-1217-400E-A511-EC6E9BEE9549}" presName="childText" presStyleLbl="conFgAcc1" presStyleIdx="1" presStyleCnt="5">
        <dgm:presLayoutVars>
          <dgm:bulletEnabled val="1"/>
        </dgm:presLayoutVars>
      </dgm:prSet>
      <dgm:spPr/>
    </dgm:pt>
    <dgm:pt modelId="{0B2F05BA-A397-4F6B-AA4C-E121FEC209A2}" type="pres">
      <dgm:prSet presAssocID="{A138313F-3E14-4E51-B80D-20B32758AE39}" presName="spaceBetweenRectangles" presStyleCnt="0"/>
      <dgm:spPr/>
    </dgm:pt>
    <dgm:pt modelId="{AE0F3569-F1FB-429E-B23D-812DC340A2F7}" type="pres">
      <dgm:prSet presAssocID="{BEDAB261-99A5-4EC4-A885-DB5340A986F7}" presName="parentLin" presStyleCnt="0"/>
      <dgm:spPr/>
    </dgm:pt>
    <dgm:pt modelId="{3F708895-EDDD-462A-BE48-EEEA76433283}" type="pres">
      <dgm:prSet presAssocID="{BEDAB261-99A5-4EC4-A885-DB5340A986F7}" presName="parentLeftMargin" presStyleLbl="node1" presStyleIdx="1" presStyleCnt="5"/>
      <dgm:spPr/>
    </dgm:pt>
    <dgm:pt modelId="{D92FBB29-5653-4C41-9CD9-7108DC1A8056}" type="pres">
      <dgm:prSet presAssocID="{BEDAB261-99A5-4EC4-A885-DB5340A986F7}" presName="parentText" presStyleLbl="node1" presStyleIdx="2" presStyleCnt="5" custScaleX="130479" custLinFactNeighborX="9276">
        <dgm:presLayoutVars>
          <dgm:chMax val="0"/>
          <dgm:bulletEnabled val="1"/>
        </dgm:presLayoutVars>
      </dgm:prSet>
      <dgm:spPr/>
    </dgm:pt>
    <dgm:pt modelId="{30CC1725-B670-407A-84BE-56828ACED985}" type="pres">
      <dgm:prSet presAssocID="{BEDAB261-99A5-4EC4-A885-DB5340A986F7}" presName="negativeSpace" presStyleCnt="0"/>
      <dgm:spPr/>
    </dgm:pt>
    <dgm:pt modelId="{9E97D396-4CA3-4891-8B45-589D28CC4583}" type="pres">
      <dgm:prSet presAssocID="{BEDAB261-99A5-4EC4-A885-DB5340A986F7}" presName="childText" presStyleLbl="conFgAcc1" presStyleIdx="2" presStyleCnt="5">
        <dgm:presLayoutVars>
          <dgm:bulletEnabled val="1"/>
        </dgm:presLayoutVars>
      </dgm:prSet>
      <dgm:spPr/>
    </dgm:pt>
    <dgm:pt modelId="{331E0579-FE9A-449B-9B1C-E1637809AE0A}" type="pres">
      <dgm:prSet presAssocID="{15C48F88-7ACB-48F1-81C0-1BBCAF59F8DA}" presName="spaceBetweenRectangles" presStyleCnt="0"/>
      <dgm:spPr/>
    </dgm:pt>
    <dgm:pt modelId="{8896FA93-187D-40A8-B53A-AAD5C0248232}" type="pres">
      <dgm:prSet presAssocID="{9289423E-3514-4108-960B-63A851BB9C2B}" presName="parentLin" presStyleCnt="0"/>
      <dgm:spPr/>
    </dgm:pt>
    <dgm:pt modelId="{63EE16A0-DBB5-48C1-8BC8-0716C1180FD9}" type="pres">
      <dgm:prSet presAssocID="{9289423E-3514-4108-960B-63A851BB9C2B}" presName="parentLeftMargin" presStyleLbl="node1" presStyleIdx="2" presStyleCnt="5"/>
      <dgm:spPr/>
    </dgm:pt>
    <dgm:pt modelId="{5A820345-91C6-44A9-B2F8-1079C63C149A}" type="pres">
      <dgm:prSet presAssocID="{9289423E-3514-4108-960B-63A851BB9C2B}" presName="parentText" presStyleLbl="node1" presStyleIdx="3" presStyleCnt="5" custScaleX="129181" custLinFactNeighborX="25668" custLinFactNeighborY="-2107">
        <dgm:presLayoutVars>
          <dgm:chMax val="0"/>
          <dgm:bulletEnabled val="1"/>
        </dgm:presLayoutVars>
      </dgm:prSet>
      <dgm:spPr/>
    </dgm:pt>
    <dgm:pt modelId="{98A3CA9B-C9CE-4330-AC30-CCA37E9CCF23}" type="pres">
      <dgm:prSet presAssocID="{9289423E-3514-4108-960B-63A851BB9C2B}" presName="negativeSpace" presStyleCnt="0"/>
      <dgm:spPr/>
    </dgm:pt>
    <dgm:pt modelId="{BBE0FB60-1C1F-4ED0-95DD-CF751E3F56A4}" type="pres">
      <dgm:prSet presAssocID="{9289423E-3514-4108-960B-63A851BB9C2B}" presName="childText" presStyleLbl="conFgAcc1" presStyleIdx="3" presStyleCnt="5">
        <dgm:presLayoutVars>
          <dgm:bulletEnabled val="1"/>
        </dgm:presLayoutVars>
      </dgm:prSet>
      <dgm:spPr/>
    </dgm:pt>
    <dgm:pt modelId="{8FF63FDF-B921-43A9-9EFD-D0121943C81E}" type="pres">
      <dgm:prSet presAssocID="{43E0650B-E9CE-444F-A269-10CB9BEDA5A6}" presName="spaceBetweenRectangles" presStyleCnt="0"/>
      <dgm:spPr/>
    </dgm:pt>
    <dgm:pt modelId="{BC2A6EA7-00DC-4BDF-9DFD-317E8D39ABB5}" type="pres">
      <dgm:prSet presAssocID="{592F2771-E428-4984-BDA3-726602389D8E}" presName="parentLin" presStyleCnt="0"/>
      <dgm:spPr/>
    </dgm:pt>
    <dgm:pt modelId="{C12E1E0A-A5EB-4F8C-978A-41CDFAD0B63F}" type="pres">
      <dgm:prSet presAssocID="{592F2771-E428-4984-BDA3-726602389D8E}" presName="parentLeftMargin" presStyleLbl="node1" presStyleIdx="3" presStyleCnt="5"/>
      <dgm:spPr/>
    </dgm:pt>
    <dgm:pt modelId="{8E1A59FC-313D-4E9F-A5BE-808544C6ADA8}" type="pres">
      <dgm:prSet presAssocID="{592F2771-E428-4984-BDA3-726602389D8E}" presName="parentText" presStyleLbl="node1" presStyleIdx="4" presStyleCnt="5" custScaleX="128872" custLinFactNeighborX="25974">
        <dgm:presLayoutVars>
          <dgm:chMax val="0"/>
          <dgm:bulletEnabled val="1"/>
        </dgm:presLayoutVars>
      </dgm:prSet>
      <dgm:spPr/>
    </dgm:pt>
    <dgm:pt modelId="{63857AF2-6381-474F-8DD0-35ECF7A9A909}" type="pres">
      <dgm:prSet presAssocID="{592F2771-E428-4984-BDA3-726602389D8E}" presName="negativeSpace" presStyleCnt="0"/>
      <dgm:spPr/>
    </dgm:pt>
    <dgm:pt modelId="{53175543-070E-43C6-B281-EEB17544680D}" type="pres">
      <dgm:prSet presAssocID="{592F2771-E428-4984-BDA3-726602389D8E}" presName="childText" presStyleLbl="conFgAcc1" presStyleIdx="4" presStyleCnt="5">
        <dgm:presLayoutVars>
          <dgm:bulletEnabled val="1"/>
        </dgm:presLayoutVars>
      </dgm:prSet>
      <dgm:spPr/>
    </dgm:pt>
  </dgm:ptLst>
  <dgm:cxnLst>
    <dgm:cxn modelId="{0FCA911D-7E7A-4D69-9FDC-0693DB0B92B4}" type="presOf" srcId="{C656C272-1217-400E-A511-EC6E9BEE9549}" destId="{F2E3E90A-F86A-4360-8FD8-E5A239BF5A73}" srcOrd="0" destOrd="0" presId="urn:microsoft.com/office/officeart/2005/8/layout/list1"/>
    <dgm:cxn modelId="{497AB832-2582-499A-9ED7-37904C795421}" srcId="{A9A0A5D6-AB94-4445-94F1-71720D3DF6DA}" destId="{C656C272-1217-400E-A511-EC6E9BEE9549}" srcOrd="1" destOrd="0" parTransId="{1B611364-C859-4A56-8281-84845F52A8AB}" sibTransId="{A138313F-3E14-4E51-B80D-20B32758AE39}"/>
    <dgm:cxn modelId="{13E98034-6AFF-4BF9-8C39-E245AE0AA27F}" type="presOf" srcId="{9289423E-3514-4108-960B-63A851BB9C2B}" destId="{63EE16A0-DBB5-48C1-8BC8-0716C1180FD9}" srcOrd="0" destOrd="0" presId="urn:microsoft.com/office/officeart/2005/8/layout/list1"/>
    <dgm:cxn modelId="{CEE4B13D-E52C-4219-A714-0948D95E8C05}" type="presOf" srcId="{2BB97DA2-5E89-4789-8642-4D8816675AD1}" destId="{C17BA40A-DD32-4E0E-BAD7-B9FDB867BC12}" srcOrd="0" destOrd="0" presId="urn:microsoft.com/office/officeart/2005/8/layout/list1"/>
    <dgm:cxn modelId="{F3CA3D5F-C083-43D1-96CD-46E753D00D3A}" srcId="{A9A0A5D6-AB94-4445-94F1-71720D3DF6DA}" destId="{9289423E-3514-4108-960B-63A851BB9C2B}" srcOrd="3" destOrd="0" parTransId="{2DC0A2CF-4089-4AF2-A7FC-2576E6DD27C0}" sibTransId="{43E0650B-E9CE-444F-A269-10CB9BEDA5A6}"/>
    <dgm:cxn modelId="{1B1C9251-3E1B-4A39-8361-96DCB36BAB62}" type="presOf" srcId="{592F2771-E428-4984-BDA3-726602389D8E}" destId="{C12E1E0A-A5EB-4F8C-978A-41CDFAD0B63F}" srcOrd="0" destOrd="0" presId="urn:microsoft.com/office/officeart/2005/8/layout/list1"/>
    <dgm:cxn modelId="{65433257-612A-4206-949E-4FC0C5E11957}" type="presOf" srcId="{BEDAB261-99A5-4EC4-A885-DB5340A986F7}" destId="{3F708895-EDDD-462A-BE48-EEEA76433283}" srcOrd="0" destOrd="0" presId="urn:microsoft.com/office/officeart/2005/8/layout/list1"/>
    <dgm:cxn modelId="{4C84A493-B102-4204-8FC8-F1F4CB061938}" srcId="{A9A0A5D6-AB94-4445-94F1-71720D3DF6DA}" destId="{BEDAB261-99A5-4EC4-A885-DB5340A986F7}" srcOrd="2" destOrd="0" parTransId="{1302B9EF-AB55-49B9-B464-67B0D942A90D}" sibTransId="{15C48F88-7ACB-48F1-81C0-1BBCAF59F8DA}"/>
    <dgm:cxn modelId="{667AFD9A-A232-45EE-A4C0-F5C3720BB2F8}" srcId="{A9A0A5D6-AB94-4445-94F1-71720D3DF6DA}" destId="{592F2771-E428-4984-BDA3-726602389D8E}" srcOrd="4" destOrd="0" parTransId="{7D071656-CD42-4AB5-9DA1-653F1F0EC5AD}" sibTransId="{EB373E07-D513-427A-B886-F7675FE70CB5}"/>
    <dgm:cxn modelId="{046A1C9E-9BA2-42E6-B1FC-96AD258E2AB8}" type="presOf" srcId="{9289423E-3514-4108-960B-63A851BB9C2B}" destId="{5A820345-91C6-44A9-B2F8-1079C63C149A}" srcOrd="1" destOrd="0" presId="urn:microsoft.com/office/officeart/2005/8/layout/list1"/>
    <dgm:cxn modelId="{3CD6F5AC-8160-47E3-951B-CD810F282843}" type="presOf" srcId="{2BB97DA2-5E89-4789-8642-4D8816675AD1}" destId="{ED1EF143-3327-4609-97A3-B12CC087CBBB}" srcOrd="1" destOrd="0" presId="urn:microsoft.com/office/officeart/2005/8/layout/list1"/>
    <dgm:cxn modelId="{1FF37BAE-3FB0-4B9C-AE67-0FA0B9A7B0F7}" type="presOf" srcId="{C656C272-1217-400E-A511-EC6E9BEE9549}" destId="{300942B5-796F-45F4-B4B8-345DC485FE0D}" srcOrd="1" destOrd="0" presId="urn:microsoft.com/office/officeart/2005/8/layout/list1"/>
    <dgm:cxn modelId="{5E0937B2-0953-4980-BA95-1E7959213D0F}" type="presOf" srcId="{BEDAB261-99A5-4EC4-A885-DB5340A986F7}" destId="{D92FBB29-5653-4C41-9CD9-7108DC1A8056}" srcOrd="1" destOrd="0" presId="urn:microsoft.com/office/officeart/2005/8/layout/list1"/>
    <dgm:cxn modelId="{2F19CBD2-8A0D-4F17-ACDF-F61FF062BF17}" srcId="{A9A0A5D6-AB94-4445-94F1-71720D3DF6DA}" destId="{2BB97DA2-5E89-4789-8642-4D8816675AD1}" srcOrd="0" destOrd="0" parTransId="{C848076A-6DED-4B70-B26F-A9B9723FC2BF}" sibTransId="{09BF14AE-54AB-47B7-B2B2-DE58F1720171}"/>
    <dgm:cxn modelId="{E5A113ED-901B-429C-8ED8-2E6B7371D61A}" type="presOf" srcId="{592F2771-E428-4984-BDA3-726602389D8E}" destId="{8E1A59FC-313D-4E9F-A5BE-808544C6ADA8}" srcOrd="1" destOrd="0" presId="urn:microsoft.com/office/officeart/2005/8/layout/list1"/>
    <dgm:cxn modelId="{9444B4F9-330B-4EE4-94C0-246B4293F95D}" type="presOf" srcId="{A9A0A5D6-AB94-4445-94F1-71720D3DF6DA}" destId="{8805B252-C17E-47EF-B120-967195C6E611}" srcOrd="0" destOrd="0" presId="urn:microsoft.com/office/officeart/2005/8/layout/list1"/>
    <dgm:cxn modelId="{84B2433A-CDCD-430A-97E9-F62FC4BF5F6E}" type="presParOf" srcId="{8805B252-C17E-47EF-B120-967195C6E611}" destId="{24F507BD-4FC0-42AE-A6DB-85781F8A792E}" srcOrd="0" destOrd="0" presId="urn:microsoft.com/office/officeart/2005/8/layout/list1"/>
    <dgm:cxn modelId="{26416B12-E934-49C8-AB6C-4E3C7B8C4D98}" type="presParOf" srcId="{24F507BD-4FC0-42AE-A6DB-85781F8A792E}" destId="{C17BA40A-DD32-4E0E-BAD7-B9FDB867BC12}" srcOrd="0" destOrd="0" presId="urn:microsoft.com/office/officeart/2005/8/layout/list1"/>
    <dgm:cxn modelId="{74D4F262-A00A-4539-ACD7-EF3CD998D2FE}" type="presParOf" srcId="{24F507BD-4FC0-42AE-A6DB-85781F8A792E}" destId="{ED1EF143-3327-4609-97A3-B12CC087CBBB}" srcOrd="1" destOrd="0" presId="urn:microsoft.com/office/officeart/2005/8/layout/list1"/>
    <dgm:cxn modelId="{701D9826-B8AE-47A3-A6A6-A5D955968B7D}" type="presParOf" srcId="{8805B252-C17E-47EF-B120-967195C6E611}" destId="{76F2CAE1-802F-4BA4-B4C2-BAD1156020C2}" srcOrd="1" destOrd="0" presId="urn:microsoft.com/office/officeart/2005/8/layout/list1"/>
    <dgm:cxn modelId="{480C5C6E-880C-49F8-9FA2-3C0EEB527217}" type="presParOf" srcId="{8805B252-C17E-47EF-B120-967195C6E611}" destId="{F9D4BFED-1A62-407F-ABA3-5E04A65FABCB}" srcOrd="2" destOrd="0" presId="urn:microsoft.com/office/officeart/2005/8/layout/list1"/>
    <dgm:cxn modelId="{7BEC3B66-89E1-4137-98F2-AE935DC4E018}" type="presParOf" srcId="{8805B252-C17E-47EF-B120-967195C6E611}" destId="{3EE9687E-9E4E-44F0-81FC-6FFFC146B22C}" srcOrd="3" destOrd="0" presId="urn:microsoft.com/office/officeart/2005/8/layout/list1"/>
    <dgm:cxn modelId="{9D714D80-F334-49F7-94C2-3470FA37129B}" type="presParOf" srcId="{8805B252-C17E-47EF-B120-967195C6E611}" destId="{CCD123BF-BC32-46B3-BA30-6E200F031B7A}" srcOrd="4" destOrd="0" presId="urn:microsoft.com/office/officeart/2005/8/layout/list1"/>
    <dgm:cxn modelId="{9135E76C-AAA9-4F84-8EFE-F3FAED5BC7F9}" type="presParOf" srcId="{CCD123BF-BC32-46B3-BA30-6E200F031B7A}" destId="{F2E3E90A-F86A-4360-8FD8-E5A239BF5A73}" srcOrd="0" destOrd="0" presId="urn:microsoft.com/office/officeart/2005/8/layout/list1"/>
    <dgm:cxn modelId="{73D19245-15E6-461E-9A21-7F9D8973B9FD}" type="presParOf" srcId="{CCD123BF-BC32-46B3-BA30-6E200F031B7A}" destId="{300942B5-796F-45F4-B4B8-345DC485FE0D}" srcOrd="1" destOrd="0" presId="urn:microsoft.com/office/officeart/2005/8/layout/list1"/>
    <dgm:cxn modelId="{C5E78550-2822-49E6-8EC2-315649C27AAC}" type="presParOf" srcId="{8805B252-C17E-47EF-B120-967195C6E611}" destId="{3673E9EC-CB34-48E6-9F30-A3BBDD2D3C0D}" srcOrd="5" destOrd="0" presId="urn:microsoft.com/office/officeart/2005/8/layout/list1"/>
    <dgm:cxn modelId="{6E7A6D7B-AD8C-4144-B22F-2CD15501CB8D}" type="presParOf" srcId="{8805B252-C17E-47EF-B120-967195C6E611}" destId="{AAE8DC1C-3A33-42AF-AED8-FA27267DA0FE}" srcOrd="6" destOrd="0" presId="urn:microsoft.com/office/officeart/2005/8/layout/list1"/>
    <dgm:cxn modelId="{8F11AB86-CD02-4E23-8B39-BCD50C6CF840}" type="presParOf" srcId="{8805B252-C17E-47EF-B120-967195C6E611}" destId="{0B2F05BA-A397-4F6B-AA4C-E121FEC209A2}" srcOrd="7" destOrd="0" presId="urn:microsoft.com/office/officeart/2005/8/layout/list1"/>
    <dgm:cxn modelId="{FF3420FD-B43D-4AA7-ABCB-6091359B5907}" type="presParOf" srcId="{8805B252-C17E-47EF-B120-967195C6E611}" destId="{AE0F3569-F1FB-429E-B23D-812DC340A2F7}" srcOrd="8" destOrd="0" presId="urn:microsoft.com/office/officeart/2005/8/layout/list1"/>
    <dgm:cxn modelId="{9D38B8BA-A788-4786-BED1-F791D67BB0FB}" type="presParOf" srcId="{AE0F3569-F1FB-429E-B23D-812DC340A2F7}" destId="{3F708895-EDDD-462A-BE48-EEEA76433283}" srcOrd="0" destOrd="0" presId="urn:microsoft.com/office/officeart/2005/8/layout/list1"/>
    <dgm:cxn modelId="{34E86A6E-897F-4564-8B71-6E8CF06C9BC7}" type="presParOf" srcId="{AE0F3569-F1FB-429E-B23D-812DC340A2F7}" destId="{D92FBB29-5653-4C41-9CD9-7108DC1A8056}" srcOrd="1" destOrd="0" presId="urn:microsoft.com/office/officeart/2005/8/layout/list1"/>
    <dgm:cxn modelId="{64C9D689-09B9-48FC-8735-2CB629AEA5A8}" type="presParOf" srcId="{8805B252-C17E-47EF-B120-967195C6E611}" destId="{30CC1725-B670-407A-84BE-56828ACED985}" srcOrd="9" destOrd="0" presId="urn:microsoft.com/office/officeart/2005/8/layout/list1"/>
    <dgm:cxn modelId="{D02AC51D-2916-4F38-BA58-A7205C317CE7}" type="presParOf" srcId="{8805B252-C17E-47EF-B120-967195C6E611}" destId="{9E97D396-4CA3-4891-8B45-589D28CC4583}" srcOrd="10" destOrd="0" presId="urn:microsoft.com/office/officeart/2005/8/layout/list1"/>
    <dgm:cxn modelId="{AC2A096E-8848-4C1F-98C5-B63A3DF81BB3}" type="presParOf" srcId="{8805B252-C17E-47EF-B120-967195C6E611}" destId="{331E0579-FE9A-449B-9B1C-E1637809AE0A}" srcOrd="11" destOrd="0" presId="urn:microsoft.com/office/officeart/2005/8/layout/list1"/>
    <dgm:cxn modelId="{B498B678-673F-4E96-923A-942E24AE9063}" type="presParOf" srcId="{8805B252-C17E-47EF-B120-967195C6E611}" destId="{8896FA93-187D-40A8-B53A-AAD5C0248232}" srcOrd="12" destOrd="0" presId="urn:microsoft.com/office/officeart/2005/8/layout/list1"/>
    <dgm:cxn modelId="{DA66172D-BBCA-45DB-83EF-4C4715148FE1}" type="presParOf" srcId="{8896FA93-187D-40A8-B53A-AAD5C0248232}" destId="{63EE16A0-DBB5-48C1-8BC8-0716C1180FD9}" srcOrd="0" destOrd="0" presId="urn:microsoft.com/office/officeart/2005/8/layout/list1"/>
    <dgm:cxn modelId="{B3D7C473-2B92-4A86-A14B-FD4E3AEEEE6F}" type="presParOf" srcId="{8896FA93-187D-40A8-B53A-AAD5C0248232}" destId="{5A820345-91C6-44A9-B2F8-1079C63C149A}" srcOrd="1" destOrd="0" presId="urn:microsoft.com/office/officeart/2005/8/layout/list1"/>
    <dgm:cxn modelId="{B74237F4-4F6F-47E5-8F55-D84598D249C1}" type="presParOf" srcId="{8805B252-C17E-47EF-B120-967195C6E611}" destId="{98A3CA9B-C9CE-4330-AC30-CCA37E9CCF23}" srcOrd="13" destOrd="0" presId="urn:microsoft.com/office/officeart/2005/8/layout/list1"/>
    <dgm:cxn modelId="{060EBE1C-E643-4B34-B69D-6DF6C9256705}" type="presParOf" srcId="{8805B252-C17E-47EF-B120-967195C6E611}" destId="{BBE0FB60-1C1F-4ED0-95DD-CF751E3F56A4}" srcOrd="14" destOrd="0" presId="urn:microsoft.com/office/officeart/2005/8/layout/list1"/>
    <dgm:cxn modelId="{9382135B-85C3-4B25-BC74-560BC409F590}" type="presParOf" srcId="{8805B252-C17E-47EF-B120-967195C6E611}" destId="{8FF63FDF-B921-43A9-9EFD-D0121943C81E}" srcOrd="15" destOrd="0" presId="urn:microsoft.com/office/officeart/2005/8/layout/list1"/>
    <dgm:cxn modelId="{5E03BAC6-1417-4EFA-804D-EBC07B4D71C2}" type="presParOf" srcId="{8805B252-C17E-47EF-B120-967195C6E611}" destId="{BC2A6EA7-00DC-4BDF-9DFD-317E8D39ABB5}" srcOrd="16" destOrd="0" presId="urn:microsoft.com/office/officeart/2005/8/layout/list1"/>
    <dgm:cxn modelId="{B2238B0F-E5BC-4DAC-88D3-BC12A0E3E3FE}" type="presParOf" srcId="{BC2A6EA7-00DC-4BDF-9DFD-317E8D39ABB5}" destId="{C12E1E0A-A5EB-4F8C-978A-41CDFAD0B63F}" srcOrd="0" destOrd="0" presId="urn:microsoft.com/office/officeart/2005/8/layout/list1"/>
    <dgm:cxn modelId="{FF442AD7-A9E4-4B78-9FD8-3B6E6E0A8910}" type="presParOf" srcId="{BC2A6EA7-00DC-4BDF-9DFD-317E8D39ABB5}" destId="{8E1A59FC-313D-4E9F-A5BE-808544C6ADA8}" srcOrd="1" destOrd="0" presId="urn:microsoft.com/office/officeart/2005/8/layout/list1"/>
    <dgm:cxn modelId="{D067ABD9-3FBB-4D91-B317-F647F5CA9A9B}" type="presParOf" srcId="{8805B252-C17E-47EF-B120-967195C6E611}" destId="{63857AF2-6381-474F-8DD0-35ECF7A9A909}" srcOrd="17" destOrd="0" presId="urn:microsoft.com/office/officeart/2005/8/layout/list1"/>
    <dgm:cxn modelId="{4978CCBA-5C73-449C-9AFA-8E8001C06F9A}" type="presParOf" srcId="{8805B252-C17E-47EF-B120-967195C6E611}" destId="{53175543-070E-43C6-B281-EEB17544680D}"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7D6BE44-E32A-41D3-8FB7-221475D0B0A0}" type="doc">
      <dgm:prSet loTypeId="urn:microsoft.com/office/officeart/2005/8/layout/default" loCatId="list" qsTypeId="urn:microsoft.com/office/officeart/2005/8/quickstyle/3d3" qsCatId="3D" csTypeId="urn:microsoft.com/office/officeart/2005/8/colors/accent1_2" csCatId="accent1" phldr="1"/>
      <dgm:spPr/>
      <dgm:t>
        <a:bodyPr/>
        <a:lstStyle/>
        <a:p>
          <a:endParaRPr lang="en-US"/>
        </a:p>
      </dgm:t>
    </dgm:pt>
    <dgm:pt modelId="{67C0B0E7-1D48-4424-B9A5-B4910A8A7F5D}">
      <dgm:prSet phldrT="[Text]" custT="1"/>
      <dgm:spPr/>
      <dgm:t>
        <a:bodyPr/>
        <a:lstStyle/>
        <a:p>
          <a:pPr>
            <a:buFont typeface="Wingdings" panose="05000000000000000000" pitchFamily="2" charset="2"/>
            <a:buChar char="§"/>
          </a:pPr>
          <a:r>
            <a:rPr lang="en-US" sz="1500" dirty="0">
              <a:latin typeface="Times New Roman" panose="02020603050405020304" pitchFamily="18" charset="0"/>
              <a:cs typeface="Times New Roman" panose="02020603050405020304" pitchFamily="18" charset="0"/>
            </a:rPr>
            <a:t>Addition of recent election data and to see changes in past and present data.</a:t>
          </a:r>
        </a:p>
      </dgm:t>
    </dgm:pt>
    <dgm:pt modelId="{4CF99724-5F2A-48FA-9F75-88FD33C41D4F}" type="parTrans" cxnId="{BC3D8C87-7098-4E18-9851-B84ED24E6AF7}">
      <dgm:prSet/>
      <dgm:spPr/>
      <dgm:t>
        <a:bodyPr/>
        <a:lstStyle/>
        <a:p>
          <a:endParaRPr lang="en-US"/>
        </a:p>
      </dgm:t>
    </dgm:pt>
    <dgm:pt modelId="{D878CE71-D161-46E0-886D-BD0495FA1159}" type="sibTrans" cxnId="{BC3D8C87-7098-4E18-9851-B84ED24E6AF7}">
      <dgm:prSet/>
      <dgm:spPr/>
      <dgm:t>
        <a:bodyPr/>
        <a:lstStyle/>
        <a:p>
          <a:endParaRPr lang="en-US"/>
        </a:p>
      </dgm:t>
    </dgm:pt>
    <dgm:pt modelId="{F3AF5845-4EA6-4017-B28D-525BC2669F06}">
      <dgm:prSet phldrT="[Text]" custT="1"/>
      <dgm:spPr/>
      <dgm:t>
        <a:bodyPr/>
        <a:lstStyle/>
        <a:p>
          <a:pPr>
            <a:buFont typeface="Wingdings" panose="05000000000000000000" pitchFamily="2" charset="2"/>
            <a:buChar char="§"/>
          </a:pPr>
          <a:r>
            <a:rPr lang="en-US" sz="1500" dirty="0">
              <a:latin typeface="Times New Roman" panose="02020603050405020304" pitchFamily="18" charset="0"/>
              <a:cs typeface="Times New Roman" panose="02020603050405020304" pitchFamily="18" charset="0"/>
            </a:rPr>
            <a:t>Applying predictive algorithm to Predict future election outcomes.</a:t>
          </a:r>
        </a:p>
      </dgm:t>
    </dgm:pt>
    <dgm:pt modelId="{E991ADB5-384D-4BC2-9157-6687808308FB}" type="parTrans" cxnId="{357E06B0-A054-443F-BEB3-3E2F583B6B9A}">
      <dgm:prSet/>
      <dgm:spPr/>
      <dgm:t>
        <a:bodyPr/>
        <a:lstStyle/>
        <a:p>
          <a:endParaRPr lang="en-US"/>
        </a:p>
      </dgm:t>
    </dgm:pt>
    <dgm:pt modelId="{B3A92DBA-6982-4D3E-8DC8-6CAC73D77A29}" type="sibTrans" cxnId="{357E06B0-A054-443F-BEB3-3E2F583B6B9A}">
      <dgm:prSet/>
      <dgm:spPr/>
      <dgm:t>
        <a:bodyPr/>
        <a:lstStyle/>
        <a:p>
          <a:endParaRPr lang="en-US"/>
        </a:p>
      </dgm:t>
    </dgm:pt>
    <dgm:pt modelId="{5F628415-1D2F-46AD-B445-5D6A7DA603D4}">
      <dgm:prSet phldrT="[Text]" custT="1"/>
      <dgm:spPr/>
      <dgm:t>
        <a:bodyPr/>
        <a:lstStyle/>
        <a:p>
          <a:pPr>
            <a:buFont typeface="Wingdings" panose="05000000000000000000" pitchFamily="2" charset="2"/>
            <a:buChar char="§"/>
          </a:pPr>
          <a:r>
            <a:rPr lang="en-US" sz="1500" dirty="0">
              <a:latin typeface="Times New Roman" panose="02020603050405020304" pitchFamily="18" charset="0"/>
              <a:cs typeface="Times New Roman" panose="02020603050405020304" pitchFamily="18" charset="0"/>
            </a:rPr>
            <a:t>Applying unsupervised technique to find out state or parliamentary constituency with low turnout% and female representation. This helps the authority to increase awareness in particular area .</a:t>
          </a:r>
        </a:p>
      </dgm:t>
    </dgm:pt>
    <dgm:pt modelId="{23E815D6-CE61-4BB5-926F-725047F6DE73}" type="parTrans" cxnId="{50D64536-EC98-480D-9B56-1509D20F2738}">
      <dgm:prSet/>
      <dgm:spPr/>
      <dgm:t>
        <a:bodyPr/>
        <a:lstStyle/>
        <a:p>
          <a:endParaRPr lang="en-US"/>
        </a:p>
      </dgm:t>
    </dgm:pt>
    <dgm:pt modelId="{B08ADEE7-51BE-4185-8C45-7CCFF0004F59}" type="sibTrans" cxnId="{50D64536-EC98-480D-9B56-1509D20F2738}">
      <dgm:prSet/>
      <dgm:spPr/>
      <dgm:t>
        <a:bodyPr/>
        <a:lstStyle/>
        <a:p>
          <a:endParaRPr lang="en-US"/>
        </a:p>
      </dgm:t>
    </dgm:pt>
    <dgm:pt modelId="{F11332FC-F112-4148-A425-2EF84DD7B208}">
      <dgm:prSet phldrT="[Text]" custT="1"/>
      <dgm:spPr/>
      <dgm:t>
        <a:bodyPr/>
        <a:lstStyle/>
        <a:p>
          <a:pPr>
            <a:buFont typeface="Wingdings" panose="05000000000000000000" pitchFamily="2" charset="2"/>
            <a:buChar char="§"/>
          </a:pPr>
          <a:r>
            <a:rPr lang="en-US" sz="1500" dirty="0">
              <a:latin typeface="Times New Roman" panose="02020603050405020304" pitchFamily="18" charset="0"/>
              <a:cs typeface="Times New Roman" panose="02020603050405020304" pitchFamily="18" charset="0"/>
            </a:rPr>
            <a:t>AI driven anomaly detection  automatic flag unusual spikes or drops in voting patterns that deviate from historical trends.</a:t>
          </a:r>
        </a:p>
      </dgm:t>
    </dgm:pt>
    <dgm:pt modelId="{9781E7B9-8173-44B8-B093-49A6600DBF5E}" type="parTrans" cxnId="{1C68E1F8-4577-4D76-9563-594D095F7B5D}">
      <dgm:prSet/>
      <dgm:spPr/>
      <dgm:t>
        <a:bodyPr/>
        <a:lstStyle/>
        <a:p>
          <a:endParaRPr lang="en-US"/>
        </a:p>
      </dgm:t>
    </dgm:pt>
    <dgm:pt modelId="{F921F294-EA29-4183-8372-8CF5EC86E246}" type="sibTrans" cxnId="{1C68E1F8-4577-4D76-9563-594D095F7B5D}">
      <dgm:prSet/>
      <dgm:spPr/>
      <dgm:t>
        <a:bodyPr/>
        <a:lstStyle/>
        <a:p>
          <a:endParaRPr lang="en-US"/>
        </a:p>
      </dgm:t>
    </dgm:pt>
    <dgm:pt modelId="{B6F280A5-7EF5-44BE-A636-BB1DA2B5EFC9}">
      <dgm:prSet phldrT="[Text]" custT="1"/>
      <dgm:spPr/>
      <dgm:t>
        <a:bodyPr/>
        <a:lstStyle/>
        <a:p>
          <a:r>
            <a:rPr lang="en-US" sz="1500" dirty="0">
              <a:latin typeface="Times New Roman" panose="02020603050405020304" pitchFamily="18" charset="0"/>
              <a:cs typeface="Times New Roman" panose="02020603050405020304" pitchFamily="18" charset="0"/>
            </a:rPr>
            <a:t>ML can identify specific regions with unusual low turnout% , enabling targets strategies and actions designed to ensure that all eligible citizens can participate fully .</a:t>
          </a:r>
        </a:p>
      </dgm:t>
    </dgm:pt>
    <dgm:pt modelId="{E829B758-2974-414C-8525-B7CCFE1FD7A8}" type="parTrans" cxnId="{438793D5-E81E-4C2C-96AA-153F396B886C}">
      <dgm:prSet/>
      <dgm:spPr/>
      <dgm:t>
        <a:bodyPr/>
        <a:lstStyle/>
        <a:p>
          <a:endParaRPr lang="en-US"/>
        </a:p>
      </dgm:t>
    </dgm:pt>
    <dgm:pt modelId="{FB505BF9-40A1-43A4-9298-24D40656BD49}" type="sibTrans" cxnId="{438793D5-E81E-4C2C-96AA-153F396B886C}">
      <dgm:prSet/>
      <dgm:spPr/>
      <dgm:t>
        <a:bodyPr/>
        <a:lstStyle/>
        <a:p>
          <a:endParaRPr lang="en-US"/>
        </a:p>
      </dgm:t>
    </dgm:pt>
    <dgm:pt modelId="{4792783F-38E9-4422-A664-D4FD39B0A93C}" type="pres">
      <dgm:prSet presAssocID="{A7D6BE44-E32A-41D3-8FB7-221475D0B0A0}" presName="diagram" presStyleCnt="0">
        <dgm:presLayoutVars>
          <dgm:dir/>
          <dgm:resizeHandles val="exact"/>
        </dgm:presLayoutVars>
      </dgm:prSet>
      <dgm:spPr/>
    </dgm:pt>
    <dgm:pt modelId="{2C4C90B6-D989-48A1-8D90-7A244E91AA7A}" type="pres">
      <dgm:prSet presAssocID="{67C0B0E7-1D48-4424-B9A5-B4910A8A7F5D}" presName="node" presStyleLbl="node1" presStyleIdx="0" presStyleCnt="5">
        <dgm:presLayoutVars>
          <dgm:bulletEnabled val="1"/>
        </dgm:presLayoutVars>
      </dgm:prSet>
      <dgm:spPr>
        <a:prstGeom prst="flowChartAlternateProcess">
          <a:avLst/>
        </a:prstGeom>
      </dgm:spPr>
    </dgm:pt>
    <dgm:pt modelId="{D4296373-07F8-46ED-B544-6895F5CD40E8}" type="pres">
      <dgm:prSet presAssocID="{D878CE71-D161-46E0-886D-BD0495FA1159}" presName="sibTrans" presStyleCnt="0"/>
      <dgm:spPr/>
    </dgm:pt>
    <dgm:pt modelId="{93E7AC23-9CD7-4D81-ACE3-F2ACD416A838}" type="pres">
      <dgm:prSet presAssocID="{F3AF5845-4EA6-4017-B28D-525BC2669F06}" presName="node" presStyleLbl="node1" presStyleIdx="1" presStyleCnt="5">
        <dgm:presLayoutVars>
          <dgm:bulletEnabled val="1"/>
        </dgm:presLayoutVars>
      </dgm:prSet>
      <dgm:spPr>
        <a:prstGeom prst="flowChartAlternateProcess">
          <a:avLst/>
        </a:prstGeom>
      </dgm:spPr>
    </dgm:pt>
    <dgm:pt modelId="{C29D84BE-62C0-4B30-94F8-012554359E3E}" type="pres">
      <dgm:prSet presAssocID="{B3A92DBA-6982-4D3E-8DC8-6CAC73D77A29}" presName="sibTrans" presStyleCnt="0"/>
      <dgm:spPr/>
    </dgm:pt>
    <dgm:pt modelId="{A9EAEB88-33C2-4969-99B7-23763D92F2CB}" type="pres">
      <dgm:prSet presAssocID="{5F628415-1D2F-46AD-B445-5D6A7DA603D4}" presName="node" presStyleLbl="node1" presStyleIdx="2" presStyleCnt="5">
        <dgm:presLayoutVars>
          <dgm:bulletEnabled val="1"/>
        </dgm:presLayoutVars>
      </dgm:prSet>
      <dgm:spPr>
        <a:prstGeom prst="flowChartAlternateProcess">
          <a:avLst/>
        </a:prstGeom>
      </dgm:spPr>
    </dgm:pt>
    <dgm:pt modelId="{8D4E1F1B-649D-4FA9-AB47-CB74E845C807}" type="pres">
      <dgm:prSet presAssocID="{B08ADEE7-51BE-4185-8C45-7CCFF0004F59}" presName="sibTrans" presStyleCnt="0"/>
      <dgm:spPr/>
    </dgm:pt>
    <dgm:pt modelId="{873E0E01-A2E8-4DAE-A459-2D192B29470A}" type="pres">
      <dgm:prSet presAssocID="{F11332FC-F112-4148-A425-2EF84DD7B208}" presName="node" presStyleLbl="node1" presStyleIdx="3" presStyleCnt="5">
        <dgm:presLayoutVars>
          <dgm:bulletEnabled val="1"/>
        </dgm:presLayoutVars>
      </dgm:prSet>
      <dgm:spPr>
        <a:prstGeom prst="flowChartAlternateProcess">
          <a:avLst/>
        </a:prstGeom>
      </dgm:spPr>
    </dgm:pt>
    <dgm:pt modelId="{4C619360-7089-4BB2-94FD-73D17AB2F3C9}" type="pres">
      <dgm:prSet presAssocID="{F921F294-EA29-4183-8372-8CF5EC86E246}" presName="sibTrans" presStyleCnt="0"/>
      <dgm:spPr/>
    </dgm:pt>
    <dgm:pt modelId="{B3BC3CBF-D190-4AD0-B84D-90728C5C27EF}" type="pres">
      <dgm:prSet presAssocID="{B6F280A5-7EF5-44BE-A636-BB1DA2B5EFC9}" presName="node" presStyleLbl="node1" presStyleIdx="4" presStyleCnt="5">
        <dgm:presLayoutVars>
          <dgm:bulletEnabled val="1"/>
        </dgm:presLayoutVars>
      </dgm:prSet>
      <dgm:spPr>
        <a:prstGeom prst="flowChartAlternateProcess">
          <a:avLst/>
        </a:prstGeom>
      </dgm:spPr>
    </dgm:pt>
  </dgm:ptLst>
  <dgm:cxnLst>
    <dgm:cxn modelId="{1006E306-C3D5-4129-81C1-1A76921E9182}" type="presOf" srcId="{67C0B0E7-1D48-4424-B9A5-B4910A8A7F5D}" destId="{2C4C90B6-D989-48A1-8D90-7A244E91AA7A}" srcOrd="0" destOrd="0" presId="urn:microsoft.com/office/officeart/2005/8/layout/default"/>
    <dgm:cxn modelId="{50D64536-EC98-480D-9B56-1509D20F2738}" srcId="{A7D6BE44-E32A-41D3-8FB7-221475D0B0A0}" destId="{5F628415-1D2F-46AD-B445-5D6A7DA603D4}" srcOrd="2" destOrd="0" parTransId="{23E815D6-CE61-4BB5-926F-725047F6DE73}" sibTransId="{B08ADEE7-51BE-4185-8C45-7CCFF0004F59}"/>
    <dgm:cxn modelId="{658E9B54-9280-4518-9692-11D646956D06}" type="presOf" srcId="{F3AF5845-4EA6-4017-B28D-525BC2669F06}" destId="{93E7AC23-9CD7-4D81-ACE3-F2ACD416A838}" srcOrd="0" destOrd="0" presId="urn:microsoft.com/office/officeart/2005/8/layout/default"/>
    <dgm:cxn modelId="{93FE1456-C8C3-4BCC-9360-EF8CDF881170}" type="presOf" srcId="{F11332FC-F112-4148-A425-2EF84DD7B208}" destId="{873E0E01-A2E8-4DAE-A459-2D192B29470A}" srcOrd="0" destOrd="0" presId="urn:microsoft.com/office/officeart/2005/8/layout/default"/>
    <dgm:cxn modelId="{BC3D8C87-7098-4E18-9851-B84ED24E6AF7}" srcId="{A7D6BE44-E32A-41D3-8FB7-221475D0B0A0}" destId="{67C0B0E7-1D48-4424-B9A5-B4910A8A7F5D}" srcOrd="0" destOrd="0" parTransId="{4CF99724-5F2A-48FA-9F75-88FD33C41D4F}" sibTransId="{D878CE71-D161-46E0-886D-BD0495FA1159}"/>
    <dgm:cxn modelId="{27C83D8F-2948-47A1-BE9A-29D254DADB1F}" type="presOf" srcId="{5F628415-1D2F-46AD-B445-5D6A7DA603D4}" destId="{A9EAEB88-33C2-4969-99B7-23763D92F2CB}" srcOrd="0" destOrd="0" presId="urn:microsoft.com/office/officeart/2005/8/layout/default"/>
    <dgm:cxn modelId="{9119CBA0-2220-488B-94F4-91936E9D866D}" type="presOf" srcId="{B6F280A5-7EF5-44BE-A636-BB1DA2B5EFC9}" destId="{B3BC3CBF-D190-4AD0-B84D-90728C5C27EF}" srcOrd="0" destOrd="0" presId="urn:microsoft.com/office/officeart/2005/8/layout/default"/>
    <dgm:cxn modelId="{CCE76EAC-A1F3-4C6F-B1D5-DEDFC6D8D165}" type="presOf" srcId="{A7D6BE44-E32A-41D3-8FB7-221475D0B0A0}" destId="{4792783F-38E9-4422-A664-D4FD39B0A93C}" srcOrd="0" destOrd="0" presId="urn:microsoft.com/office/officeart/2005/8/layout/default"/>
    <dgm:cxn modelId="{357E06B0-A054-443F-BEB3-3E2F583B6B9A}" srcId="{A7D6BE44-E32A-41D3-8FB7-221475D0B0A0}" destId="{F3AF5845-4EA6-4017-B28D-525BC2669F06}" srcOrd="1" destOrd="0" parTransId="{E991ADB5-384D-4BC2-9157-6687808308FB}" sibTransId="{B3A92DBA-6982-4D3E-8DC8-6CAC73D77A29}"/>
    <dgm:cxn modelId="{438793D5-E81E-4C2C-96AA-153F396B886C}" srcId="{A7D6BE44-E32A-41D3-8FB7-221475D0B0A0}" destId="{B6F280A5-7EF5-44BE-A636-BB1DA2B5EFC9}" srcOrd="4" destOrd="0" parTransId="{E829B758-2974-414C-8525-B7CCFE1FD7A8}" sibTransId="{FB505BF9-40A1-43A4-9298-24D40656BD49}"/>
    <dgm:cxn modelId="{1C68E1F8-4577-4D76-9563-594D095F7B5D}" srcId="{A7D6BE44-E32A-41D3-8FB7-221475D0B0A0}" destId="{F11332FC-F112-4148-A425-2EF84DD7B208}" srcOrd="3" destOrd="0" parTransId="{9781E7B9-8173-44B8-B093-49A6600DBF5E}" sibTransId="{F921F294-EA29-4183-8372-8CF5EC86E246}"/>
    <dgm:cxn modelId="{EDFAE1E6-777C-4C87-A61F-5643E955A449}" type="presParOf" srcId="{4792783F-38E9-4422-A664-D4FD39B0A93C}" destId="{2C4C90B6-D989-48A1-8D90-7A244E91AA7A}" srcOrd="0" destOrd="0" presId="urn:microsoft.com/office/officeart/2005/8/layout/default"/>
    <dgm:cxn modelId="{0D0D2328-FC45-4851-A396-A96B9184AE8C}" type="presParOf" srcId="{4792783F-38E9-4422-A664-D4FD39B0A93C}" destId="{D4296373-07F8-46ED-B544-6895F5CD40E8}" srcOrd="1" destOrd="0" presId="urn:microsoft.com/office/officeart/2005/8/layout/default"/>
    <dgm:cxn modelId="{0B7BCB98-BB32-4DAE-AD86-5569A18E6C37}" type="presParOf" srcId="{4792783F-38E9-4422-A664-D4FD39B0A93C}" destId="{93E7AC23-9CD7-4D81-ACE3-F2ACD416A838}" srcOrd="2" destOrd="0" presId="urn:microsoft.com/office/officeart/2005/8/layout/default"/>
    <dgm:cxn modelId="{BD1A863E-149D-44AE-870C-AA69FF6E959F}" type="presParOf" srcId="{4792783F-38E9-4422-A664-D4FD39B0A93C}" destId="{C29D84BE-62C0-4B30-94F8-012554359E3E}" srcOrd="3" destOrd="0" presId="urn:microsoft.com/office/officeart/2005/8/layout/default"/>
    <dgm:cxn modelId="{9553BE8B-BFBB-4E71-9DB0-DCE3C548C299}" type="presParOf" srcId="{4792783F-38E9-4422-A664-D4FD39B0A93C}" destId="{A9EAEB88-33C2-4969-99B7-23763D92F2CB}" srcOrd="4" destOrd="0" presId="urn:microsoft.com/office/officeart/2005/8/layout/default"/>
    <dgm:cxn modelId="{81961368-1CB8-409F-A20B-C4721244C4FC}" type="presParOf" srcId="{4792783F-38E9-4422-A664-D4FD39B0A93C}" destId="{8D4E1F1B-649D-4FA9-AB47-CB74E845C807}" srcOrd="5" destOrd="0" presId="urn:microsoft.com/office/officeart/2005/8/layout/default"/>
    <dgm:cxn modelId="{52114754-5ADD-498D-AB30-ABD7F9C2097A}" type="presParOf" srcId="{4792783F-38E9-4422-A664-D4FD39B0A93C}" destId="{873E0E01-A2E8-4DAE-A459-2D192B29470A}" srcOrd="6" destOrd="0" presId="urn:microsoft.com/office/officeart/2005/8/layout/default"/>
    <dgm:cxn modelId="{756DA2A6-DEEA-4F15-B8A5-E4DBFDFCAD12}" type="presParOf" srcId="{4792783F-38E9-4422-A664-D4FD39B0A93C}" destId="{4C619360-7089-4BB2-94FD-73D17AB2F3C9}" srcOrd="7" destOrd="0" presId="urn:microsoft.com/office/officeart/2005/8/layout/default"/>
    <dgm:cxn modelId="{9E13927E-3D65-4C49-BBA1-F5563CF3B7C0}" type="presParOf" srcId="{4792783F-38E9-4422-A664-D4FD39B0A93C}" destId="{B3BC3CBF-D190-4AD0-B84D-90728C5C27EF}"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6D8A51-FC19-4516-9924-9295C4FE4C64}">
      <dsp:nvSpPr>
        <dsp:cNvPr id="0" name=""/>
        <dsp:cNvSpPr/>
      </dsp:nvSpPr>
      <dsp:spPr>
        <a:xfrm>
          <a:off x="-4092902" y="-628176"/>
          <a:ext cx="4877149" cy="4877149"/>
        </a:xfrm>
        <a:prstGeom prst="blockArc">
          <a:avLst>
            <a:gd name="adj1" fmla="val 18900000"/>
            <a:gd name="adj2" fmla="val 2700000"/>
            <a:gd name="adj3" fmla="val 443"/>
          </a:avLst>
        </a:prstGeom>
        <a:noFill/>
        <a:ln w="15875" cap="flat" cmpd="sng" algn="ctr">
          <a:solidFill>
            <a:schemeClr val="accent1">
              <a:shade val="6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128AEA13-1B5B-484E-9CBF-FF646E8EE1B8}">
      <dsp:nvSpPr>
        <dsp:cNvPr id="0" name=""/>
        <dsp:cNvSpPr/>
      </dsp:nvSpPr>
      <dsp:spPr>
        <a:xfrm>
          <a:off x="343583" y="226227"/>
          <a:ext cx="9493397" cy="452744"/>
        </a:xfrm>
        <a:prstGeom prst="rect">
          <a:avLst/>
        </a:prstGeom>
        <a:solidFill>
          <a:schemeClr val="accent1">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9366" tIns="53340" rIns="53340" bIns="53340" numCol="1" spcCol="1270" anchor="ctr" anchorCtr="0">
          <a:noAutofit/>
        </a:bodyPr>
        <a:lstStyle/>
        <a:p>
          <a:pPr marL="0" lvl="0" indent="0" algn="l" defTabSz="933450">
            <a:lnSpc>
              <a:spcPct val="90000"/>
            </a:lnSpc>
            <a:spcBef>
              <a:spcPct val="0"/>
            </a:spcBef>
            <a:spcAft>
              <a:spcPct val="35000"/>
            </a:spcAft>
            <a:buSzTx/>
            <a:buFont typeface="Wingdings" panose="05000000000000000000" pitchFamily="2" charset="2"/>
            <a:buNone/>
          </a:pPr>
          <a:r>
            <a:rPr lang="en-US" altLang="en-US" sz="2100" kern="1200" dirty="0">
              <a:latin typeface="Times New Roman" panose="02020603050405020304" pitchFamily="18" charset="0"/>
              <a:cs typeface="Times New Roman" panose="02020603050405020304" pitchFamily="18" charset="0"/>
            </a:rPr>
            <a:t>To analyze election data across years, states, and constituencies.</a:t>
          </a:r>
          <a:endParaRPr lang="en-US" sz="2100" kern="1200" dirty="0"/>
        </a:p>
      </dsp:txBody>
      <dsp:txXfrm>
        <a:off x="343583" y="226227"/>
        <a:ext cx="9493397" cy="452744"/>
      </dsp:txXfrm>
    </dsp:sp>
    <dsp:sp modelId="{F3FF85F1-C355-42A6-8C7F-8E9D0A29E0D2}">
      <dsp:nvSpPr>
        <dsp:cNvPr id="0" name=""/>
        <dsp:cNvSpPr/>
      </dsp:nvSpPr>
      <dsp:spPr>
        <a:xfrm>
          <a:off x="60618" y="169634"/>
          <a:ext cx="565930" cy="565930"/>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7B09A940-6AF4-4D59-821A-2940E0334510}">
      <dsp:nvSpPr>
        <dsp:cNvPr id="0" name=""/>
        <dsp:cNvSpPr/>
      </dsp:nvSpPr>
      <dsp:spPr>
        <a:xfrm>
          <a:off x="668006" y="905126"/>
          <a:ext cx="9168974" cy="452744"/>
        </a:xfrm>
        <a:prstGeom prst="rect">
          <a:avLst/>
        </a:prstGeom>
        <a:solidFill>
          <a:schemeClr val="accent1">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9366" tIns="53340" rIns="53340" bIns="53340" numCol="1" spcCol="1270" anchor="ctr" anchorCtr="0">
          <a:noAutofit/>
        </a:bodyPr>
        <a:lstStyle/>
        <a:p>
          <a:pPr marL="0" lvl="0" indent="0" algn="l" defTabSz="933450">
            <a:lnSpc>
              <a:spcPct val="90000"/>
            </a:lnSpc>
            <a:spcBef>
              <a:spcPct val="0"/>
            </a:spcBef>
            <a:spcAft>
              <a:spcPct val="35000"/>
            </a:spcAft>
            <a:buSzTx/>
            <a:buFont typeface="Wingdings" panose="05000000000000000000" pitchFamily="2" charset="2"/>
            <a:buNone/>
          </a:pPr>
          <a:r>
            <a:rPr lang="en-US" altLang="en-US" sz="2100" kern="1200" dirty="0">
              <a:latin typeface="Times New Roman" panose="02020603050405020304" pitchFamily="18" charset="0"/>
              <a:cs typeface="Times New Roman" panose="02020603050405020304" pitchFamily="18" charset="0"/>
            </a:rPr>
            <a:t>To study party performance, vote share, and seat dominance.</a:t>
          </a:r>
          <a:endParaRPr lang="en-US" sz="2100" kern="1200" dirty="0"/>
        </a:p>
      </dsp:txBody>
      <dsp:txXfrm>
        <a:off x="668006" y="905126"/>
        <a:ext cx="9168974" cy="452744"/>
      </dsp:txXfrm>
    </dsp:sp>
    <dsp:sp modelId="{35AD9237-9DF6-4B53-A8A8-0C110FF9736A}">
      <dsp:nvSpPr>
        <dsp:cNvPr id="0" name=""/>
        <dsp:cNvSpPr/>
      </dsp:nvSpPr>
      <dsp:spPr>
        <a:xfrm>
          <a:off x="385041" y="848533"/>
          <a:ext cx="565930" cy="565930"/>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888176E3-39A2-4255-B9ED-4EFA8A5BA244}">
      <dsp:nvSpPr>
        <dsp:cNvPr id="0" name=""/>
        <dsp:cNvSpPr/>
      </dsp:nvSpPr>
      <dsp:spPr>
        <a:xfrm>
          <a:off x="767578" y="1584025"/>
          <a:ext cx="9069402" cy="452744"/>
        </a:xfrm>
        <a:prstGeom prst="rect">
          <a:avLst/>
        </a:prstGeom>
        <a:solidFill>
          <a:schemeClr val="accent1">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9366" tIns="53340" rIns="53340" bIns="53340" numCol="1" spcCol="1270" anchor="ctr" anchorCtr="0">
          <a:noAutofit/>
        </a:bodyPr>
        <a:lstStyle/>
        <a:p>
          <a:pPr marL="0" lvl="0" indent="0" algn="l" defTabSz="933450">
            <a:lnSpc>
              <a:spcPct val="90000"/>
            </a:lnSpc>
            <a:spcBef>
              <a:spcPct val="0"/>
            </a:spcBef>
            <a:spcAft>
              <a:spcPct val="35000"/>
            </a:spcAft>
            <a:buSzTx/>
            <a:buFont typeface="Wingdings" panose="05000000000000000000" pitchFamily="2" charset="2"/>
            <a:buNone/>
          </a:pPr>
          <a:r>
            <a:rPr lang="en-US" altLang="en-US" sz="2100" kern="1200" dirty="0">
              <a:latin typeface="Times New Roman" panose="02020603050405020304" pitchFamily="18" charset="0"/>
              <a:cs typeface="Times New Roman" panose="02020603050405020304" pitchFamily="18" charset="0"/>
            </a:rPr>
            <a:t>To understand voter turnout and gender representation.</a:t>
          </a:r>
          <a:endParaRPr lang="en-US" sz="2100" kern="1200" dirty="0"/>
        </a:p>
      </dsp:txBody>
      <dsp:txXfrm>
        <a:off x="767578" y="1584025"/>
        <a:ext cx="9069402" cy="452744"/>
      </dsp:txXfrm>
    </dsp:sp>
    <dsp:sp modelId="{39B2BD37-2401-4B13-95C4-9B8034E45501}">
      <dsp:nvSpPr>
        <dsp:cNvPr id="0" name=""/>
        <dsp:cNvSpPr/>
      </dsp:nvSpPr>
      <dsp:spPr>
        <a:xfrm>
          <a:off x="484613" y="1527432"/>
          <a:ext cx="565930" cy="565930"/>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DE692340-F96D-4D48-AF8F-FD22CEF142F8}">
      <dsp:nvSpPr>
        <dsp:cNvPr id="0" name=""/>
        <dsp:cNvSpPr/>
      </dsp:nvSpPr>
      <dsp:spPr>
        <a:xfrm>
          <a:off x="668006" y="2262925"/>
          <a:ext cx="9168974" cy="452744"/>
        </a:xfrm>
        <a:prstGeom prst="rect">
          <a:avLst/>
        </a:prstGeom>
        <a:solidFill>
          <a:schemeClr val="accent1">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9366" tIns="53340" rIns="53340" bIns="53340" numCol="1" spcCol="1270" anchor="ctr" anchorCtr="0">
          <a:noAutofit/>
        </a:bodyPr>
        <a:lstStyle/>
        <a:p>
          <a:pPr marL="0" lvl="0" indent="0" algn="l" defTabSz="933450">
            <a:lnSpc>
              <a:spcPct val="90000"/>
            </a:lnSpc>
            <a:spcBef>
              <a:spcPct val="0"/>
            </a:spcBef>
            <a:spcAft>
              <a:spcPct val="35000"/>
            </a:spcAft>
            <a:buSzTx/>
            <a:buFont typeface="Wingdings" panose="05000000000000000000" pitchFamily="2" charset="2"/>
            <a:buNone/>
          </a:pPr>
          <a:r>
            <a:rPr lang="en-US" altLang="en-US" sz="2100" kern="1200" dirty="0">
              <a:latin typeface="Times New Roman" panose="02020603050405020304" pitchFamily="18" charset="0"/>
              <a:cs typeface="Times New Roman" panose="02020603050405020304" pitchFamily="18" charset="0"/>
            </a:rPr>
            <a:t>To analyze electoral competitiveness using victory margin and winner strength.</a:t>
          </a:r>
          <a:endParaRPr lang="en-US" sz="2100" kern="1200" dirty="0"/>
        </a:p>
      </dsp:txBody>
      <dsp:txXfrm>
        <a:off x="668006" y="2262925"/>
        <a:ext cx="9168974" cy="452744"/>
      </dsp:txXfrm>
    </dsp:sp>
    <dsp:sp modelId="{90191CF9-457D-4D46-83E5-B854A515BBD0}">
      <dsp:nvSpPr>
        <dsp:cNvPr id="0" name=""/>
        <dsp:cNvSpPr/>
      </dsp:nvSpPr>
      <dsp:spPr>
        <a:xfrm>
          <a:off x="385041" y="2206332"/>
          <a:ext cx="565930" cy="565930"/>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0CF915A4-EDF1-452B-BF5F-C3BD602A78EC}">
      <dsp:nvSpPr>
        <dsp:cNvPr id="0" name=""/>
        <dsp:cNvSpPr/>
      </dsp:nvSpPr>
      <dsp:spPr>
        <a:xfrm>
          <a:off x="343583" y="2941824"/>
          <a:ext cx="9493397" cy="452744"/>
        </a:xfrm>
        <a:prstGeom prst="rect">
          <a:avLst/>
        </a:prstGeom>
        <a:solidFill>
          <a:schemeClr val="accent1">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9366" tIns="53340" rIns="53340" bIns="53340" numCol="1" spcCol="1270" anchor="ctr" anchorCtr="0">
          <a:noAutofit/>
        </a:bodyPr>
        <a:lstStyle/>
        <a:p>
          <a:pPr marL="0" lvl="0" indent="0" algn="l" defTabSz="933450">
            <a:lnSpc>
              <a:spcPct val="90000"/>
            </a:lnSpc>
            <a:spcBef>
              <a:spcPct val="0"/>
            </a:spcBef>
            <a:spcAft>
              <a:spcPct val="35000"/>
            </a:spcAft>
            <a:buNone/>
          </a:pPr>
          <a:r>
            <a:rPr lang="en-US" altLang="en-US" sz="2100" kern="1200" dirty="0">
              <a:latin typeface="Times New Roman" panose="02020603050405020304" pitchFamily="18" charset="0"/>
              <a:cs typeface="Times New Roman" panose="02020603050405020304" pitchFamily="18" charset="0"/>
            </a:rPr>
            <a:t>To present insights through interactive and user-friendly dashboards.</a:t>
          </a:r>
          <a:endParaRPr lang="en-US" sz="2100" kern="1200" dirty="0"/>
        </a:p>
      </dsp:txBody>
      <dsp:txXfrm>
        <a:off x="343583" y="2941824"/>
        <a:ext cx="9493397" cy="452744"/>
      </dsp:txXfrm>
    </dsp:sp>
    <dsp:sp modelId="{34B541B1-201E-4E6B-9CA4-63FB4AE60289}">
      <dsp:nvSpPr>
        <dsp:cNvPr id="0" name=""/>
        <dsp:cNvSpPr/>
      </dsp:nvSpPr>
      <dsp:spPr>
        <a:xfrm>
          <a:off x="60618" y="2885231"/>
          <a:ext cx="565930" cy="565930"/>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1D3FCE-0E75-46B0-93A7-9063FBA550E3}">
      <dsp:nvSpPr>
        <dsp:cNvPr id="0" name=""/>
        <dsp:cNvSpPr/>
      </dsp:nvSpPr>
      <dsp:spPr>
        <a:xfrm>
          <a:off x="6909" y="5528"/>
          <a:ext cx="638546" cy="6385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00464F-C243-4502-ADE1-9CE2B8275FA8}">
      <dsp:nvSpPr>
        <dsp:cNvPr id="0" name=""/>
        <dsp:cNvSpPr/>
      </dsp:nvSpPr>
      <dsp:spPr>
        <a:xfrm>
          <a:off x="70764" y="69383"/>
          <a:ext cx="510837" cy="510837"/>
        </a:xfrm>
        <a:prstGeom prst="chord">
          <a:avLst>
            <a:gd name="adj1" fmla="val 1800000"/>
            <a:gd name="adj2" fmla="val 900000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76DCEBC-53E7-4B40-9C6A-A550F853859D}">
      <dsp:nvSpPr>
        <dsp:cNvPr id="0" name=""/>
        <dsp:cNvSpPr/>
      </dsp:nvSpPr>
      <dsp:spPr>
        <a:xfrm>
          <a:off x="778486" y="5528"/>
          <a:ext cx="1889033" cy="638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50800" rIns="50800" bIns="50800" numCol="1" spcCol="1270" anchor="b"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Milestone 1</a:t>
          </a:r>
        </a:p>
      </dsp:txBody>
      <dsp:txXfrm>
        <a:off x="778486" y="5528"/>
        <a:ext cx="1889033" cy="638546"/>
      </dsp:txXfrm>
    </dsp:sp>
    <dsp:sp modelId="{7148B4DE-18DB-48B1-A729-3DFA80CB6049}">
      <dsp:nvSpPr>
        <dsp:cNvPr id="0" name=""/>
        <dsp:cNvSpPr/>
      </dsp:nvSpPr>
      <dsp:spPr>
        <a:xfrm>
          <a:off x="2800550" y="0"/>
          <a:ext cx="638546" cy="6385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032BD3-14C3-4931-BB01-E77876CEB518}">
      <dsp:nvSpPr>
        <dsp:cNvPr id="0" name=""/>
        <dsp:cNvSpPr/>
      </dsp:nvSpPr>
      <dsp:spPr>
        <a:xfrm>
          <a:off x="2864404" y="63854"/>
          <a:ext cx="510837" cy="510837"/>
        </a:xfrm>
        <a:prstGeom prst="chord">
          <a:avLst>
            <a:gd name="adj1" fmla="val 0"/>
            <a:gd name="adj2" fmla="val 1080000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6FAFA85-E36C-450C-8CB4-E7FF20BFDF46}">
      <dsp:nvSpPr>
        <dsp:cNvPr id="0" name=""/>
        <dsp:cNvSpPr/>
      </dsp:nvSpPr>
      <dsp:spPr>
        <a:xfrm>
          <a:off x="3572127" y="0"/>
          <a:ext cx="1889033" cy="638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50800" rIns="50800" bIns="50800" numCol="1" spcCol="1270" anchor="b"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Milestone 2</a:t>
          </a:r>
        </a:p>
      </dsp:txBody>
      <dsp:txXfrm>
        <a:off x="3572127" y="0"/>
        <a:ext cx="1889033" cy="638546"/>
      </dsp:txXfrm>
    </dsp:sp>
    <dsp:sp modelId="{0DF9629D-4207-4EC6-8E07-EBCBE12B14A2}">
      <dsp:nvSpPr>
        <dsp:cNvPr id="0" name=""/>
        <dsp:cNvSpPr/>
      </dsp:nvSpPr>
      <dsp:spPr>
        <a:xfrm>
          <a:off x="5594190" y="0"/>
          <a:ext cx="638546" cy="6385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A4B00A-382D-4C5C-8617-F921CBBFFBEE}">
      <dsp:nvSpPr>
        <dsp:cNvPr id="0" name=""/>
        <dsp:cNvSpPr/>
      </dsp:nvSpPr>
      <dsp:spPr>
        <a:xfrm>
          <a:off x="5658045" y="63854"/>
          <a:ext cx="510837" cy="510837"/>
        </a:xfrm>
        <a:prstGeom prst="chord">
          <a:avLst>
            <a:gd name="adj1" fmla="val 19800000"/>
            <a:gd name="adj2" fmla="val 1260000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682BF9E-CA7B-4924-B172-8883062764CA}">
      <dsp:nvSpPr>
        <dsp:cNvPr id="0" name=""/>
        <dsp:cNvSpPr/>
      </dsp:nvSpPr>
      <dsp:spPr>
        <a:xfrm>
          <a:off x="6365767" y="0"/>
          <a:ext cx="1889033" cy="638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50800" rIns="50800" bIns="50800" numCol="1" spcCol="1270" anchor="b"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Milestone 3</a:t>
          </a:r>
        </a:p>
      </dsp:txBody>
      <dsp:txXfrm>
        <a:off x="6365767" y="0"/>
        <a:ext cx="1889033" cy="638546"/>
      </dsp:txXfrm>
    </dsp:sp>
    <dsp:sp modelId="{6B8A36B7-C320-475C-947F-87126CF680F0}">
      <dsp:nvSpPr>
        <dsp:cNvPr id="0" name=""/>
        <dsp:cNvSpPr/>
      </dsp:nvSpPr>
      <dsp:spPr>
        <a:xfrm>
          <a:off x="8387831" y="0"/>
          <a:ext cx="638546" cy="6385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84DF8E-E513-42E3-99E6-6D46B990BB89}">
      <dsp:nvSpPr>
        <dsp:cNvPr id="0" name=""/>
        <dsp:cNvSpPr/>
      </dsp:nvSpPr>
      <dsp:spPr>
        <a:xfrm>
          <a:off x="8451686" y="63854"/>
          <a:ext cx="510837" cy="510837"/>
        </a:xfrm>
        <a:prstGeom prst="chord">
          <a:avLst>
            <a:gd name="adj1" fmla="val 16200000"/>
            <a:gd name="adj2" fmla="val 1620000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B1A41E-5427-4EBA-85DD-28AA14DC863E}">
      <dsp:nvSpPr>
        <dsp:cNvPr id="0" name=""/>
        <dsp:cNvSpPr/>
      </dsp:nvSpPr>
      <dsp:spPr>
        <a:xfrm>
          <a:off x="9159408" y="0"/>
          <a:ext cx="1889033" cy="638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00" tIns="88900" rIns="88900" bIns="88900" numCol="1" spcCol="1270" anchor="b" anchorCtr="0">
          <a:noAutofit/>
        </a:bodyPr>
        <a:lstStyle/>
        <a:p>
          <a:pPr marL="0" lvl="0" indent="0" algn="l" defTabSz="1555750">
            <a:lnSpc>
              <a:spcPct val="90000"/>
            </a:lnSpc>
            <a:spcBef>
              <a:spcPct val="0"/>
            </a:spcBef>
            <a:spcAft>
              <a:spcPct val="35000"/>
            </a:spcAft>
            <a:buNone/>
          </a:pPr>
          <a:endParaRPr lang="en-US" sz="3500" kern="1200"/>
        </a:p>
      </dsp:txBody>
      <dsp:txXfrm>
        <a:off x="9159408" y="0"/>
        <a:ext cx="1889033" cy="63854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39B332-0391-4CA9-90D3-5820F8316A56}">
      <dsp:nvSpPr>
        <dsp:cNvPr id="0" name=""/>
        <dsp:cNvSpPr/>
      </dsp:nvSpPr>
      <dsp:spPr>
        <a:xfrm>
          <a:off x="316" y="0"/>
          <a:ext cx="1744531" cy="1619824"/>
        </a:xfrm>
        <a:prstGeom prst="round2SameRect">
          <a:avLst>
            <a:gd name="adj1" fmla="val 8000"/>
            <a:gd name="adj2" fmla="val 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9583DD2-F32C-4BD0-956F-1DA2161BA49A}">
      <dsp:nvSpPr>
        <dsp:cNvPr id="0" name=""/>
        <dsp:cNvSpPr/>
      </dsp:nvSpPr>
      <dsp:spPr>
        <a:xfrm>
          <a:off x="316" y="1400193"/>
          <a:ext cx="1744531" cy="55997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0" rIns="16510" bIns="0" numCol="1" spcCol="1270" anchor="ctr" anchorCtr="0">
          <a:noAutofit/>
        </a:bodyPr>
        <a:lstStyle/>
        <a:p>
          <a:pPr marL="0" lvl="0" indent="0" algn="ctr" defTabSz="577850">
            <a:lnSpc>
              <a:spcPct val="90000"/>
            </a:lnSpc>
            <a:spcBef>
              <a:spcPct val="0"/>
            </a:spcBef>
            <a:spcAft>
              <a:spcPct val="35000"/>
            </a:spcAft>
            <a:buNone/>
          </a:pPr>
          <a:endParaRPr lang="en-US" sz="1300" kern="1200" dirty="0">
            <a:latin typeface="Times New Roman" panose="02020603050405020304" pitchFamily="18" charset="0"/>
            <a:cs typeface="Times New Roman" panose="02020603050405020304" pitchFamily="18" charset="0"/>
          </a:endParaRPr>
        </a:p>
        <a:p>
          <a:pPr marL="0" lvl="0" indent="0" algn="ctr" defTabSz="577850">
            <a:lnSpc>
              <a:spcPct val="90000"/>
            </a:lnSpc>
            <a:spcBef>
              <a:spcPct val="0"/>
            </a:spcBef>
            <a:spcAft>
              <a:spcPct val="35000"/>
            </a:spcAft>
            <a:buNone/>
          </a:pPr>
          <a:r>
            <a:rPr lang="en-US" sz="1300" kern="1200" dirty="0">
              <a:latin typeface="Times New Roman" panose="02020603050405020304" pitchFamily="18" charset="0"/>
              <a:cs typeface="Times New Roman" panose="02020603050405020304" pitchFamily="18" charset="0"/>
            </a:rPr>
            <a:t>Problem Identification</a:t>
          </a:r>
        </a:p>
        <a:p>
          <a:pPr marL="0" lvl="0" indent="0" algn="l" defTabSz="577850">
            <a:lnSpc>
              <a:spcPct val="90000"/>
            </a:lnSpc>
            <a:spcBef>
              <a:spcPct val="0"/>
            </a:spcBef>
            <a:spcAft>
              <a:spcPct val="35000"/>
            </a:spcAft>
            <a:buNone/>
          </a:pPr>
          <a:endParaRPr lang="en-US" sz="1300" kern="1200" dirty="0">
            <a:latin typeface="Times New Roman" panose="02020603050405020304" pitchFamily="18" charset="0"/>
            <a:cs typeface="Times New Roman" panose="02020603050405020304" pitchFamily="18" charset="0"/>
          </a:endParaRPr>
        </a:p>
      </dsp:txBody>
      <dsp:txXfrm>
        <a:off x="316" y="1400193"/>
        <a:ext cx="1228543" cy="559970"/>
      </dsp:txXfrm>
    </dsp:sp>
    <dsp:sp modelId="{86EBA277-6089-4056-A5F2-5BEFC23572A9}">
      <dsp:nvSpPr>
        <dsp:cNvPr id="0" name=""/>
        <dsp:cNvSpPr/>
      </dsp:nvSpPr>
      <dsp:spPr>
        <a:xfrm>
          <a:off x="1274026" y="1473001"/>
          <a:ext cx="610586" cy="610586"/>
        </a:xfrm>
        <a:prstGeom prst="ellipse">
          <a:avLst/>
        </a:prstGeom>
        <a:blipFill>
          <a:blip xmlns:r="http://schemas.openxmlformats.org/officeDocument/2006/relationships" r:embed="rId1"/>
          <a:srcRect/>
          <a:stretch>
            <a:fillRect l="-8000" r="-8000"/>
          </a:stretch>
        </a:blip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94A89B0-AC97-45FD-8522-01FB349F0650}">
      <dsp:nvSpPr>
        <dsp:cNvPr id="0" name=""/>
        <dsp:cNvSpPr/>
      </dsp:nvSpPr>
      <dsp:spPr>
        <a:xfrm>
          <a:off x="323" y="2157776"/>
          <a:ext cx="1744531" cy="1302256"/>
        </a:xfrm>
        <a:prstGeom prst="round2SameRect">
          <a:avLst>
            <a:gd name="adj1" fmla="val 8000"/>
            <a:gd name="adj2" fmla="val 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A573313-1BFB-41B5-A1A4-26B97227898C}">
      <dsp:nvSpPr>
        <dsp:cNvPr id="0" name=""/>
        <dsp:cNvSpPr/>
      </dsp:nvSpPr>
      <dsp:spPr>
        <a:xfrm>
          <a:off x="323" y="3478697"/>
          <a:ext cx="1744531" cy="55997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0" rIns="16510" bIns="0" numCol="1" spcCol="1270" anchor="ctr" anchorCtr="0">
          <a:noAutofit/>
        </a:bodyPr>
        <a:lstStyle/>
        <a:p>
          <a:pPr marL="0" lvl="0" indent="0" algn="ctr" defTabSz="577850">
            <a:lnSpc>
              <a:spcPct val="90000"/>
            </a:lnSpc>
            <a:spcBef>
              <a:spcPct val="0"/>
            </a:spcBef>
            <a:spcAft>
              <a:spcPct val="35000"/>
            </a:spcAft>
            <a:buNone/>
          </a:pPr>
          <a:endParaRPr lang="en-US" sz="1300" kern="1200" dirty="0">
            <a:latin typeface="Times New Roman" panose="02020603050405020304" pitchFamily="18" charset="0"/>
            <a:cs typeface="Times New Roman" panose="02020603050405020304" pitchFamily="18" charset="0"/>
          </a:endParaRPr>
        </a:p>
      </dsp:txBody>
      <dsp:txXfrm>
        <a:off x="323" y="3478697"/>
        <a:ext cx="1228543" cy="559970"/>
      </dsp:txXfrm>
    </dsp:sp>
    <dsp:sp modelId="{417D44BD-51DF-4B81-951B-20348444C4DC}">
      <dsp:nvSpPr>
        <dsp:cNvPr id="0" name=""/>
        <dsp:cNvSpPr/>
      </dsp:nvSpPr>
      <dsp:spPr>
        <a:xfrm>
          <a:off x="5617138" y="1424908"/>
          <a:ext cx="610586" cy="610586"/>
        </a:xfrm>
        <a:prstGeom prst="ellipse">
          <a:avLst/>
        </a:prstGeom>
        <a:blipFill rotWithShape="1">
          <a:blip xmlns:r="http://schemas.openxmlformats.org/officeDocument/2006/relationships" r:embed="rId2"/>
          <a:srcRect/>
          <a:stretch>
            <a:fillRect l="-50000" r="-50000"/>
          </a:stretch>
        </a:blip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ACEB984-2849-4AA2-B73C-A7E55A13E5A9}">
      <dsp:nvSpPr>
        <dsp:cNvPr id="0" name=""/>
        <dsp:cNvSpPr/>
      </dsp:nvSpPr>
      <dsp:spPr>
        <a:xfrm>
          <a:off x="2050888" y="18547"/>
          <a:ext cx="1744531" cy="1302256"/>
        </a:xfrm>
        <a:prstGeom prst="round2SameRect">
          <a:avLst>
            <a:gd name="adj1" fmla="val 8000"/>
            <a:gd name="adj2" fmla="val 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6A44D97-AF9D-45D5-9429-5D7E1E0331FF}">
      <dsp:nvSpPr>
        <dsp:cNvPr id="0" name=""/>
        <dsp:cNvSpPr/>
      </dsp:nvSpPr>
      <dsp:spPr>
        <a:xfrm>
          <a:off x="2050870" y="1320801"/>
          <a:ext cx="1744531" cy="55997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0" rIns="16510" bIns="0" numCol="1" spcCol="1270" anchor="ctr" anchorCtr="0">
          <a:noAutofit/>
        </a:bodyPr>
        <a:lstStyle/>
        <a:p>
          <a:pPr marL="0" lvl="0" indent="0" algn="ctr" defTabSz="577850">
            <a:lnSpc>
              <a:spcPct val="90000"/>
            </a:lnSpc>
            <a:spcBef>
              <a:spcPct val="0"/>
            </a:spcBef>
            <a:spcAft>
              <a:spcPct val="35000"/>
            </a:spcAft>
            <a:buNone/>
          </a:pPr>
          <a:endParaRPr lang="en-US" sz="1300" kern="1200" dirty="0">
            <a:latin typeface="Times New Roman" panose="02020603050405020304" pitchFamily="18" charset="0"/>
            <a:cs typeface="Times New Roman" panose="02020603050405020304" pitchFamily="18" charset="0"/>
          </a:endParaRPr>
        </a:p>
      </dsp:txBody>
      <dsp:txXfrm>
        <a:off x="2050870" y="1320801"/>
        <a:ext cx="1228543" cy="559970"/>
      </dsp:txXfrm>
    </dsp:sp>
    <dsp:sp modelId="{83C6B4EA-F71B-481D-8D1D-1B1D78AED957}">
      <dsp:nvSpPr>
        <dsp:cNvPr id="0" name=""/>
        <dsp:cNvSpPr/>
      </dsp:nvSpPr>
      <dsp:spPr>
        <a:xfrm>
          <a:off x="3468742" y="1430928"/>
          <a:ext cx="610586" cy="610586"/>
        </a:xfrm>
        <a:prstGeom prst="ellipse">
          <a:avLst/>
        </a:prstGeom>
        <a:blipFill>
          <a:blip xmlns:r="http://schemas.openxmlformats.org/officeDocument/2006/relationships" r:embed="rId3"/>
          <a:srcRect/>
          <a:stretch>
            <a:fillRect l="-8000" r="-8000"/>
          </a:stretch>
        </a:blip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7535EE0-3E08-4057-B00A-3E61EFF163D2}">
      <dsp:nvSpPr>
        <dsp:cNvPr id="0" name=""/>
        <dsp:cNvSpPr/>
      </dsp:nvSpPr>
      <dsp:spPr>
        <a:xfrm>
          <a:off x="2075231" y="2157776"/>
          <a:ext cx="1744531" cy="1302256"/>
        </a:xfrm>
        <a:prstGeom prst="round2SameRect">
          <a:avLst>
            <a:gd name="adj1" fmla="val 8000"/>
            <a:gd name="adj2" fmla="val 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09FF301-2394-4949-B565-5C923B2C8F81}">
      <dsp:nvSpPr>
        <dsp:cNvPr id="0" name=""/>
        <dsp:cNvSpPr/>
      </dsp:nvSpPr>
      <dsp:spPr>
        <a:xfrm>
          <a:off x="2075231" y="3469362"/>
          <a:ext cx="1744531" cy="55997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0" rIns="16510" bIns="0" numCol="1" spcCol="1270" anchor="ctr" anchorCtr="0">
          <a:noAutofit/>
        </a:bodyPr>
        <a:lstStyle/>
        <a:p>
          <a:pPr marL="0" lvl="0" indent="0" algn="ctr" defTabSz="577850">
            <a:lnSpc>
              <a:spcPct val="90000"/>
            </a:lnSpc>
            <a:spcBef>
              <a:spcPct val="0"/>
            </a:spcBef>
            <a:spcAft>
              <a:spcPct val="35000"/>
            </a:spcAft>
            <a:buNone/>
          </a:pPr>
          <a:endParaRPr lang="en-US" sz="1300" b="0" i="0" u="none" kern="1200" dirty="0">
            <a:latin typeface="Times New Roman" panose="02020603050405020304" pitchFamily="18" charset="0"/>
            <a:cs typeface="Times New Roman" panose="02020603050405020304" pitchFamily="18" charset="0"/>
          </a:endParaRPr>
        </a:p>
      </dsp:txBody>
      <dsp:txXfrm>
        <a:off x="2075231" y="3469362"/>
        <a:ext cx="1228543" cy="559970"/>
      </dsp:txXfrm>
    </dsp:sp>
    <dsp:sp modelId="{1D8EADA0-77C4-44DF-BD7D-767EF7B6B20E}">
      <dsp:nvSpPr>
        <dsp:cNvPr id="0" name=""/>
        <dsp:cNvSpPr/>
      </dsp:nvSpPr>
      <dsp:spPr>
        <a:xfrm>
          <a:off x="3409100" y="3539643"/>
          <a:ext cx="610586" cy="610586"/>
        </a:xfrm>
        <a:prstGeom prst="ellipse">
          <a:avLst/>
        </a:prstGeom>
        <a:blipFill>
          <a:blip xmlns:r="http://schemas.openxmlformats.org/officeDocument/2006/relationships" r:embed="rId4"/>
          <a:srcRect/>
          <a:stretch>
            <a:fillRect t="-7000" b="-7000"/>
          </a:stretch>
        </a:blip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73A5DD0-337B-4C63-BAA3-B9EDF4174DFE}">
      <dsp:nvSpPr>
        <dsp:cNvPr id="0" name=""/>
        <dsp:cNvSpPr/>
      </dsp:nvSpPr>
      <dsp:spPr>
        <a:xfrm>
          <a:off x="4157250" y="18547"/>
          <a:ext cx="1744531" cy="1302256"/>
        </a:xfrm>
        <a:prstGeom prst="round2SameRect">
          <a:avLst>
            <a:gd name="adj1" fmla="val 8000"/>
            <a:gd name="adj2" fmla="val 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A42AF52-E3EC-4500-826E-89B9CEC0BA23}">
      <dsp:nvSpPr>
        <dsp:cNvPr id="0" name=""/>
        <dsp:cNvSpPr/>
      </dsp:nvSpPr>
      <dsp:spPr>
        <a:xfrm>
          <a:off x="4156936" y="3482622"/>
          <a:ext cx="1744531" cy="55997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0" rIns="54610" bIns="0" numCol="1" spcCol="1270" anchor="ctr" anchorCtr="0">
          <a:noAutofit/>
        </a:bodyPr>
        <a:lstStyle/>
        <a:p>
          <a:pPr marL="0" lvl="0" indent="0" algn="l" defTabSz="1911350">
            <a:lnSpc>
              <a:spcPct val="90000"/>
            </a:lnSpc>
            <a:spcBef>
              <a:spcPct val="0"/>
            </a:spcBef>
            <a:spcAft>
              <a:spcPct val="35000"/>
            </a:spcAft>
            <a:buNone/>
          </a:pPr>
          <a:endParaRPr lang="en-US" sz="4300" kern="1200"/>
        </a:p>
      </dsp:txBody>
      <dsp:txXfrm>
        <a:off x="4156936" y="3482622"/>
        <a:ext cx="1228543" cy="559970"/>
      </dsp:txXfrm>
    </dsp:sp>
    <dsp:sp modelId="{2D2F0837-5E0B-485C-B422-AE781E7D6187}">
      <dsp:nvSpPr>
        <dsp:cNvPr id="0" name=""/>
        <dsp:cNvSpPr/>
      </dsp:nvSpPr>
      <dsp:spPr>
        <a:xfrm>
          <a:off x="5832681" y="3416390"/>
          <a:ext cx="610586" cy="610586"/>
        </a:xfrm>
        <a:prstGeom prst="ellipse">
          <a:avLst/>
        </a:prstGeom>
        <a:blipFill rotWithShape="1">
          <a:blip xmlns:r="http://schemas.openxmlformats.org/officeDocument/2006/relationships" r:embed="rId5"/>
          <a:srcRect/>
          <a:stretch>
            <a:fillRect l="-2000" r="-2000"/>
          </a:stretch>
        </a:blip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429FC0-7785-4B64-BE5C-BAAA5F8DB15C}">
      <dsp:nvSpPr>
        <dsp:cNvPr id="0" name=""/>
        <dsp:cNvSpPr/>
      </dsp:nvSpPr>
      <dsp:spPr>
        <a:xfrm>
          <a:off x="0" y="0"/>
          <a:ext cx="2580856" cy="70343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latin typeface="Times New Roman" panose="02020603050405020304" pitchFamily="18" charset="0"/>
              <a:ea typeface="Tahoma" panose="020B0604030504040204" pitchFamily="34" charset="0"/>
              <a:cs typeface="Times New Roman" panose="02020603050405020304" pitchFamily="18" charset="0"/>
            </a:rPr>
            <a:t>Problem</a:t>
          </a:r>
          <a:r>
            <a:rPr lang="en-US" sz="1400" kern="1200" dirty="0"/>
            <a:t> </a:t>
          </a:r>
          <a:r>
            <a:rPr lang="en-US" sz="1400" kern="1200" dirty="0">
              <a:latin typeface="Times New Roman" panose="02020603050405020304" pitchFamily="18" charset="0"/>
              <a:cs typeface="Times New Roman" panose="02020603050405020304" pitchFamily="18" charset="0"/>
            </a:rPr>
            <a:t>Identification</a:t>
          </a:r>
        </a:p>
      </dsp:txBody>
      <dsp:txXfrm>
        <a:off x="20603" y="20603"/>
        <a:ext cx="1739489" cy="662232"/>
      </dsp:txXfrm>
    </dsp:sp>
    <dsp:sp modelId="{4183EFAA-7C27-4DB0-B72B-CBB3E684769E}">
      <dsp:nvSpPr>
        <dsp:cNvPr id="0" name=""/>
        <dsp:cNvSpPr/>
      </dsp:nvSpPr>
      <dsp:spPr>
        <a:xfrm>
          <a:off x="192726" y="801138"/>
          <a:ext cx="2580856" cy="70343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Data Collection and preprocessing</a:t>
          </a:r>
        </a:p>
      </dsp:txBody>
      <dsp:txXfrm>
        <a:off x="213329" y="821741"/>
        <a:ext cx="1889689" cy="662232"/>
      </dsp:txXfrm>
    </dsp:sp>
    <dsp:sp modelId="{F1712ECC-3B4D-469F-9708-4DEE09FB2B6C}">
      <dsp:nvSpPr>
        <dsp:cNvPr id="0" name=""/>
        <dsp:cNvSpPr/>
      </dsp:nvSpPr>
      <dsp:spPr>
        <a:xfrm>
          <a:off x="385452" y="1602277"/>
          <a:ext cx="2580856" cy="70343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Data Modelling</a:t>
          </a:r>
        </a:p>
      </dsp:txBody>
      <dsp:txXfrm>
        <a:off x="406055" y="1622880"/>
        <a:ext cx="1889689" cy="662232"/>
      </dsp:txXfrm>
    </dsp:sp>
    <dsp:sp modelId="{80D255DB-6F80-4B95-B766-7D14A2FB95DD}">
      <dsp:nvSpPr>
        <dsp:cNvPr id="0" name=""/>
        <dsp:cNvSpPr/>
      </dsp:nvSpPr>
      <dsp:spPr>
        <a:xfrm>
          <a:off x="578178" y="2403415"/>
          <a:ext cx="2580856" cy="70343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Dashboard and DAX measure creation</a:t>
          </a:r>
        </a:p>
      </dsp:txBody>
      <dsp:txXfrm>
        <a:off x="598781" y="2424018"/>
        <a:ext cx="1889689" cy="662232"/>
      </dsp:txXfrm>
    </dsp:sp>
    <dsp:sp modelId="{A557E0BF-E613-4DF5-A798-234FF737B535}">
      <dsp:nvSpPr>
        <dsp:cNvPr id="0" name=""/>
        <dsp:cNvSpPr/>
      </dsp:nvSpPr>
      <dsp:spPr>
        <a:xfrm>
          <a:off x="770905" y="3204554"/>
          <a:ext cx="2580856" cy="70343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Documentation and Presentation</a:t>
          </a:r>
        </a:p>
      </dsp:txBody>
      <dsp:txXfrm>
        <a:off x="791508" y="3225157"/>
        <a:ext cx="1889689" cy="662232"/>
      </dsp:txXfrm>
    </dsp:sp>
    <dsp:sp modelId="{CEEF0220-4EAD-4719-9877-0E43F17F7935}">
      <dsp:nvSpPr>
        <dsp:cNvPr id="0" name=""/>
        <dsp:cNvSpPr/>
      </dsp:nvSpPr>
      <dsp:spPr>
        <a:xfrm>
          <a:off x="2123621" y="513901"/>
          <a:ext cx="457235" cy="457235"/>
        </a:xfrm>
        <a:prstGeom prst="downArrow">
          <a:avLst>
            <a:gd name="adj1" fmla="val 55000"/>
            <a:gd name="adj2" fmla="val 45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2226499" y="513901"/>
        <a:ext cx="251479" cy="344069"/>
      </dsp:txXfrm>
    </dsp:sp>
    <dsp:sp modelId="{1986C824-CC6E-4641-884F-42FDE48371FF}">
      <dsp:nvSpPr>
        <dsp:cNvPr id="0" name=""/>
        <dsp:cNvSpPr/>
      </dsp:nvSpPr>
      <dsp:spPr>
        <a:xfrm>
          <a:off x="2316347" y="1315039"/>
          <a:ext cx="457235" cy="457235"/>
        </a:xfrm>
        <a:prstGeom prst="downArrow">
          <a:avLst>
            <a:gd name="adj1" fmla="val 55000"/>
            <a:gd name="adj2" fmla="val 45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2419225" y="1315039"/>
        <a:ext cx="251479" cy="344069"/>
      </dsp:txXfrm>
    </dsp:sp>
    <dsp:sp modelId="{2A260051-C12E-4206-A451-BB4FC9FB16EC}">
      <dsp:nvSpPr>
        <dsp:cNvPr id="0" name=""/>
        <dsp:cNvSpPr/>
      </dsp:nvSpPr>
      <dsp:spPr>
        <a:xfrm>
          <a:off x="2509074" y="2104454"/>
          <a:ext cx="457235" cy="457235"/>
        </a:xfrm>
        <a:prstGeom prst="downArrow">
          <a:avLst>
            <a:gd name="adj1" fmla="val 55000"/>
            <a:gd name="adj2" fmla="val 45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2611952" y="2104454"/>
        <a:ext cx="251479" cy="344069"/>
      </dsp:txXfrm>
    </dsp:sp>
    <dsp:sp modelId="{7F74AAFD-B1EA-4A80-A762-5C7E33919FBC}">
      <dsp:nvSpPr>
        <dsp:cNvPr id="0" name=""/>
        <dsp:cNvSpPr/>
      </dsp:nvSpPr>
      <dsp:spPr>
        <a:xfrm>
          <a:off x="2701800" y="2913408"/>
          <a:ext cx="457235" cy="457235"/>
        </a:xfrm>
        <a:prstGeom prst="downArrow">
          <a:avLst>
            <a:gd name="adj1" fmla="val 55000"/>
            <a:gd name="adj2" fmla="val 45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2804678" y="2913408"/>
        <a:ext cx="251479" cy="34406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D4BFED-1A62-407F-ABA3-5E04A65FABCB}">
      <dsp:nvSpPr>
        <dsp:cNvPr id="0" name=""/>
        <dsp:cNvSpPr/>
      </dsp:nvSpPr>
      <dsp:spPr>
        <a:xfrm>
          <a:off x="0" y="688626"/>
          <a:ext cx="10058399" cy="3780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D1EF143-3327-4609-97A3-B12CC087CBBB}">
      <dsp:nvSpPr>
        <dsp:cNvPr id="0" name=""/>
        <dsp:cNvSpPr/>
      </dsp:nvSpPr>
      <dsp:spPr>
        <a:xfrm>
          <a:off x="502920" y="392406"/>
          <a:ext cx="9327335" cy="51761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66750">
            <a:lnSpc>
              <a:spcPct val="90000"/>
            </a:lnSpc>
            <a:spcBef>
              <a:spcPct val="0"/>
            </a:spcBef>
            <a:spcAft>
              <a:spcPct val="35000"/>
            </a:spcAft>
            <a:buFont typeface="Wingdings" panose="05000000000000000000" pitchFamily="2" charset="2"/>
            <a:buNone/>
          </a:pPr>
          <a:r>
            <a:rPr lang="en-US" sz="1500" kern="1200" dirty="0">
              <a:latin typeface="Times New Roman" panose="02020603050405020304" pitchFamily="18" charset="0"/>
              <a:cs typeface="Times New Roman" panose="02020603050405020304" pitchFamily="18" charset="0"/>
            </a:rPr>
            <a:t>There is gender imbalance in Indian election i.e. male dominance  although Female participation increases over time but still low .</a:t>
          </a:r>
        </a:p>
      </dsp:txBody>
      <dsp:txXfrm>
        <a:off x="528188" y="417674"/>
        <a:ext cx="9276799" cy="467083"/>
      </dsp:txXfrm>
    </dsp:sp>
    <dsp:sp modelId="{AAE8DC1C-3A33-42AF-AED8-FA27267DA0FE}">
      <dsp:nvSpPr>
        <dsp:cNvPr id="0" name=""/>
        <dsp:cNvSpPr/>
      </dsp:nvSpPr>
      <dsp:spPr>
        <a:xfrm>
          <a:off x="0" y="1369026"/>
          <a:ext cx="10058399" cy="3780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00942B5-796F-45F4-B4B8-345DC485FE0D}">
      <dsp:nvSpPr>
        <dsp:cNvPr id="0" name=""/>
        <dsp:cNvSpPr/>
      </dsp:nvSpPr>
      <dsp:spPr>
        <a:xfrm>
          <a:off x="521583" y="1147626"/>
          <a:ext cx="9261573" cy="442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22300">
            <a:lnSpc>
              <a:spcPct val="90000"/>
            </a:lnSpc>
            <a:spcBef>
              <a:spcPct val="0"/>
            </a:spcBef>
            <a:spcAft>
              <a:spcPct val="35000"/>
            </a:spcAft>
            <a:buFont typeface="Wingdings" panose="05000000000000000000" pitchFamily="2" charset="2"/>
            <a:buNone/>
          </a:pPr>
          <a:r>
            <a:rPr lang="en-US" sz="1400" kern="1200" dirty="0">
              <a:latin typeface="Times New Roman" panose="02020603050405020304" pitchFamily="18" charset="0"/>
              <a:cs typeface="Times New Roman" panose="02020603050405020304" pitchFamily="18" charset="0"/>
            </a:rPr>
            <a:t>Majority of parliamentary constituency belongs to General , followed by ST and SC but ST and SC place important role in voter participation by showing higher voter turnout%.</a:t>
          </a:r>
          <a:endParaRPr lang="en-US" sz="1400" kern="1200" dirty="0"/>
        </a:p>
      </dsp:txBody>
      <dsp:txXfrm>
        <a:off x="543199" y="1169242"/>
        <a:ext cx="9218341" cy="399568"/>
      </dsp:txXfrm>
    </dsp:sp>
    <dsp:sp modelId="{9E97D396-4CA3-4891-8B45-589D28CC4583}">
      <dsp:nvSpPr>
        <dsp:cNvPr id="0" name=""/>
        <dsp:cNvSpPr/>
      </dsp:nvSpPr>
      <dsp:spPr>
        <a:xfrm>
          <a:off x="0" y="2049426"/>
          <a:ext cx="10058399" cy="3780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2FBB29-5653-4C41-9CD9-7108DC1A8056}">
      <dsp:nvSpPr>
        <dsp:cNvPr id="0" name=""/>
        <dsp:cNvSpPr/>
      </dsp:nvSpPr>
      <dsp:spPr>
        <a:xfrm>
          <a:off x="549570" y="1828026"/>
          <a:ext cx="9186869" cy="442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22300">
            <a:lnSpc>
              <a:spcPct val="90000"/>
            </a:lnSpc>
            <a:spcBef>
              <a:spcPct val="0"/>
            </a:spcBef>
            <a:spcAft>
              <a:spcPct val="35000"/>
            </a:spcAft>
            <a:buFont typeface="Wingdings" panose="05000000000000000000" pitchFamily="2" charset="2"/>
            <a:buNone/>
          </a:pPr>
          <a:r>
            <a:rPr lang="en-US" sz="1400" kern="1200" dirty="0">
              <a:latin typeface="Times New Roman" panose="02020603050405020304" pitchFamily="18" charset="0"/>
              <a:cs typeface="Times New Roman" panose="02020603050405020304" pitchFamily="18" charset="0"/>
            </a:rPr>
            <a:t>Winner Strength % and Victory margin % across year are fluctuating which tells that in some year elections are highly dominating or in some year election are less dominating.</a:t>
          </a:r>
          <a:endParaRPr lang="en-US" sz="1400" kern="1200" dirty="0"/>
        </a:p>
      </dsp:txBody>
      <dsp:txXfrm>
        <a:off x="571186" y="1849642"/>
        <a:ext cx="9143637" cy="399568"/>
      </dsp:txXfrm>
    </dsp:sp>
    <dsp:sp modelId="{BBE0FB60-1C1F-4ED0-95DD-CF751E3F56A4}">
      <dsp:nvSpPr>
        <dsp:cNvPr id="0" name=""/>
        <dsp:cNvSpPr/>
      </dsp:nvSpPr>
      <dsp:spPr>
        <a:xfrm>
          <a:off x="0" y="2729826"/>
          <a:ext cx="10058399" cy="3780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A820345-91C6-44A9-B2F8-1079C63C149A}">
      <dsp:nvSpPr>
        <dsp:cNvPr id="0" name=""/>
        <dsp:cNvSpPr/>
      </dsp:nvSpPr>
      <dsp:spPr>
        <a:xfrm>
          <a:off x="632009" y="2499096"/>
          <a:ext cx="9095479" cy="442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66750">
            <a:lnSpc>
              <a:spcPct val="90000"/>
            </a:lnSpc>
            <a:spcBef>
              <a:spcPct val="0"/>
            </a:spcBef>
            <a:spcAft>
              <a:spcPct val="35000"/>
            </a:spcAft>
            <a:buFont typeface="Wingdings" panose="05000000000000000000" pitchFamily="2" charset="2"/>
            <a:buNone/>
          </a:pPr>
          <a:r>
            <a:rPr lang="en-US" sz="1500" kern="1200" dirty="0">
              <a:latin typeface="Times New Roman" panose="02020603050405020304" pitchFamily="18" charset="0"/>
              <a:cs typeface="Times New Roman" panose="02020603050405020304" pitchFamily="18" charset="0"/>
            </a:rPr>
            <a:t>Some parties win more seats even with small vote shares, and some parties win low seats with high votes share showing high seats does not mean high votes received.</a:t>
          </a:r>
          <a:endParaRPr lang="en-US" sz="1500" kern="1200" dirty="0"/>
        </a:p>
      </dsp:txBody>
      <dsp:txXfrm>
        <a:off x="653625" y="2520712"/>
        <a:ext cx="9052247" cy="399568"/>
      </dsp:txXfrm>
    </dsp:sp>
    <dsp:sp modelId="{53175543-070E-43C6-B281-EEB17544680D}">
      <dsp:nvSpPr>
        <dsp:cNvPr id="0" name=""/>
        <dsp:cNvSpPr/>
      </dsp:nvSpPr>
      <dsp:spPr>
        <a:xfrm>
          <a:off x="0" y="3410226"/>
          <a:ext cx="10058399" cy="3780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E1A59FC-313D-4E9F-A5BE-808544C6ADA8}">
      <dsp:nvSpPr>
        <dsp:cNvPr id="0" name=""/>
        <dsp:cNvSpPr/>
      </dsp:nvSpPr>
      <dsp:spPr>
        <a:xfrm>
          <a:off x="633548" y="3188826"/>
          <a:ext cx="9073722" cy="442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666750">
            <a:lnSpc>
              <a:spcPct val="90000"/>
            </a:lnSpc>
            <a:spcBef>
              <a:spcPct val="0"/>
            </a:spcBef>
            <a:spcAft>
              <a:spcPct val="35000"/>
            </a:spcAft>
            <a:buFont typeface="Wingdings" panose="05000000000000000000" pitchFamily="2" charset="2"/>
            <a:buNone/>
          </a:pPr>
          <a:r>
            <a:rPr lang="en-US" sz="1500" kern="1200" dirty="0">
              <a:latin typeface="Times New Roman" panose="02020603050405020304" pitchFamily="18" charset="0"/>
              <a:cs typeface="Times New Roman" panose="02020603050405020304" pitchFamily="18" charset="0"/>
            </a:rPr>
            <a:t>Some parties win more seats even with small vote shares, and some parties win low seats with high votes share showing high seats does not mean high votes received.</a:t>
          </a:r>
          <a:endParaRPr lang="en-US" sz="1500" kern="1200" dirty="0"/>
        </a:p>
      </dsp:txBody>
      <dsp:txXfrm>
        <a:off x="655164" y="3210442"/>
        <a:ext cx="9030490" cy="39956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C90B6-D989-48A1-8D90-7A244E91AA7A}">
      <dsp:nvSpPr>
        <dsp:cNvPr id="0" name=""/>
        <dsp:cNvSpPr/>
      </dsp:nvSpPr>
      <dsp:spPr>
        <a:xfrm>
          <a:off x="400764" y="92"/>
          <a:ext cx="2892772" cy="1735663"/>
        </a:xfrm>
        <a:prstGeom prst="flowChartAlternateProcess">
          <a:avLst/>
        </a:prstGeom>
        <a:solidFill>
          <a:schemeClr val="accent1">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Font typeface="Wingdings" panose="05000000000000000000" pitchFamily="2" charset="2"/>
            <a:buNone/>
          </a:pPr>
          <a:r>
            <a:rPr lang="en-US" sz="1500" kern="1200" dirty="0">
              <a:latin typeface="Times New Roman" panose="02020603050405020304" pitchFamily="18" charset="0"/>
              <a:cs typeface="Times New Roman" panose="02020603050405020304" pitchFamily="18" charset="0"/>
            </a:rPr>
            <a:t>Addition of recent election data and to see changes in past and present data.</a:t>
          </a:r>
        </a:p>
      </dsp:txBody>
      <dsp:txXfrm>
        <a:off x="485490" y="84818"/>
        <a:ext cx="2723320" cy="1566211"/>
      </dsp:txXfrm>
    </dsp:sp>
    <dsp:sp modelId="{93E7AC23-9CD7-4D81-ACE3-F2ACD416A838}">
      <dsp:nvSpPr>
        <dsp:cNvPr id="0" name=""/>
        <dsp:cNvSpPr/>
      </dsp:nvSpPr>
      <dsp:spPr>
        <a:xfrm>
          <a:off x="3582813" y="92"/>
          <a:ext cx="2892772" cy="1735663"/>
        </a:xfrm>
        <a:prstGeom prst="flowChartAlternateProcess">
          <a:avLst/>
        </a:prstGeom>
        <a:solidFill>
          <a:schemeClr val="accent1">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Font typeface="Wingdings" panose="05000000000000000000" pitchFamily="2" charset="2"/>
            <a:buNone/>
          </a:pPr>
          <a:r>
            <a:rPr lang="en-US" sz="1500" kern="1200" dirty="0">
              <a:latin typeface="Times New Roman" panose="02020603050405020304" pitchFamily="18" charset="0"/>
              <a:cs typeface="Times New Roman" panose="02020603050405020304" pitchFamily="18" charset="0"/>
            </a:rPr>
            <a:t>Applying predictive algorithm to Predict future election outcomes.</a:t>
          </a:r>
        </a:p>
      </dsp:txBody>
      <dsp:txXfrm>
        <a:off x="3667539" y="84818"/>
        <a:ext cx="2723320" cy="1566211"/>
      </dsp:txXfrm>
    </dsp:sp>
    <dsp:sp modelId="{A9EAEB88-33C2-4969-99B7-23763D92F2CB}">
      <dsp:nvSpPr>
        <dsp:cNvPr id="0" name=""/>
        <dsp:cNvSpPr/>
      </dsp:nvSpPr>
      <dsp:spPr>
        <a:xfrm>
          <a:off x="6764863" y="92"/>
          <a:ext cx="2892772" cy="1735663"/>
        </a:xfrm>
        <a:prstGeom prst="flowChartAlternateProcess">
          <a:avLst/>
        </a:prstGeom>
        <a:solidFill>
          <a:schemeClr val="accent1">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Font typeface="Wingdings" panose="05000000000000000000" pitchFamily="2" charset="2"/>
            <a:buNone/>
          </a:pPr>
          <a:r>
            <a:rPr lang="en-US" sz="1500" kern="1200" dirty="0">
              <a:latin typeface="Times New Roman" panose="02020603050405020304" pitchFamily="18" charset="0"/>
              <a:cs typeface="Times New Roman" panose="02020603050405020304" pitchFamily="18" charset="0"/>
            </a:rPr>
            <a:t>Applying unsupervised technique to find out state or parliamentary constituency with low turnout% and female representation. This helps the authority to increase awareness in particular area .</a:t>
          </a:r>
        </a:p>
      </dsp:txBody>
      <dsp:txXfrm>
        <a:off x="6849589" y="84818"/>
        <a:ext cx="2723320" cy="1566211"/>
      </dsp:txXfrm>
    </dsp:sp>
    <dsp:sp modelId="{873E0E01-A2E8-4DAE-A459-2D192B29470A}">
      <dsp:nvSpPr>
        <dsp:cNvPr id="0" name=""/>
        <dsp:cNvSpPr/>
      </dsp:nvSpPr>
      <dsp:spPr>
        <a:xfrm>
          <a:off x="1991789" y="2025032"/>
          <a:ext cx="2892772" cy="1735663"/>
        </a:xfrm>
        <a:prstGeom prst="flowChartAlternateProcess">
          <a:avLst/>
        </a:prstGeom>
        <a:solidFill>
          <a:schemeClr val="accent1">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Font typeface="Wingdings" panose="05000000000000000000" pitchFamily="2" charset="2"/>
            <a:buNone/>
          </a:pPr>
          <a:r>
            <a:rPr lang="en-US" sz="1500" kern="1200" dirty="0">
              <a:latin typeface="Times New Roman" panose="02020603050405020304" pitchFamily="18" charset="0"/>
              <a:cs typeface="Times New Roman" panose="02020603050405020304" pitchFamily="18" charset="0"/>
            </a:rPr>
            <a:t>AI driven anomaly detection  automatic flag unusual spikes or drops in voting patterns that deviate from historical trends.</a:t>
          </a:r>
        </a:p>
      </dsp:txBody>
      <dsp:txXfrm>
        <a:off x="2076515" y="2109758"/>
        <a:ext cx="2723320" cy="1566211"/>
      </dsp:txXfrm>
    </dsp:sp>
    <dsp:sp modelId="{B3BC3CBF-D190-4AD0-B84D-90728C5C27EF}">
      <dsp:nvSpPr>
        <dsp:cNvPr id="0" name=""/>
        <dsp:cNvSpPr/>
      </dsp:nvSpPr>
      <dsp:spPr>
        <a:xfrm>
          <a:off x="5173838" y="2025032"/>
          <a:ext cx="2892772" cy="1735663"/>
        </a:xfrm>
        <a:prstGeom prst="flowChartAlternateProcess">
          <a:avLst/>
        </a:prstGeom>
        <a:solidFill>
          <a:schemeClr val="accent1">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Times New Roman" panose="02020603050405020304" pitchFamily="18" charset="0"/>
              <a:cs typeface="Times New Roman" panose="02020603050405020304" pitchFamily="18" charset="0"/>
            </a:rPr>
            <a:t>ML can identify specific regions with unusual low turnout% , enabling targets strategies and actions designed to ensure that all eligible citizens can participate fully .</a:t>
          </a:r>
        </a:p>
      </dsp:txBody>
      <dsp:txXfrm>
        <a:off x="5258564" y="2109758"/>
        <a:ext cx="2723320" cy="1566211"/>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IncreasingCircleProcess">
  <dgm:title val=""/>
  <dgm:desc val=""/>
  <dgm:catLst>
    <dgm:cat type="list" pri="8300"/>
    <dgm:cat type="process" pri="43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7"/>
      <dgm:chPref val="7"/>
      <dgm:dir/>
      <dgm:animOne val="branch"/>
      <dgm:animLvl val="lvl"/>
    </dgm:varLst>
    <dgm:choose name="Name1">
      <dgm:if name="Name2" func="var" arg="dir" op="equ" val="norm">
        <dgm:alg type="lin">
          <dgm:param type="linDir" val="fromL"/>
          <dgm:param type="horzAlign" val="ctr"/>
          <dgm:param type="vertAlign" val="t"/>
        </dgm:alg>
      </dgm:if>
      <dgm:else name="Name3">
        <dgm:alg type="lin">
          <dgm:param type="linDir" val="fromR"/>
          <dgm:param type="horzAlign" val="ctr"/>
          <dgm:param type="vertAlign" val="t"/>
        </dgm:alg>
      </dgm:else>
    </dgm:choose>
    <dgm:shape xmlns:r="http://schemas.openxmlformats.org/officeDocument/2006/relationships" r:blip="">
      <dgm:adjLst/>
    </dgm:shape>
    <dgm:constrLst>
      <dgm:constr type="primFontSz" for="des" forName="Child" val="65"/>
      <dgm:constr type="primFontSz" for="des" forName="Parent" val="65"/>
      <dgm:constr type="primFontSz" for="des" forName="Child" refType="primFontSz" refFor="des" refForName="Parent" op="lte"/>
      <dgm:constr type="w" for="ch" forName="composite" refType="w"/>
      <dgm:constr type="h" for="ch" forName="composite" refType="h"/>
      <dgm:constr type="sp" refType="w" refFor="ch" refForName="composite" op="equ" fact="0.05"/>
      <dgm:constr type="w" for="ch" forName="sibTrans" refType="h" refFor="ch" refForName="composite" op="equ" fact="0.04"/>
    </dgm:constrLst>
    <dgm:forEach name="nodesForEach" axis="ch" ptType="node" cnt="7">
      <dgm:layoutNode name="composite">
        <dgm:alg type="composite">
          <dgm:param type="ar" val="0.8"/>
        </dgm:alg>
        <dgm:choose name="Name4">
          <dgm:if name="Name5" func="var" arg="dir" op="equ" val="norm">
            <dgm:constrLst>
              <dgm:constr type="l" for="ch" forName="Child" refType="w" fact="0.29"/>
              <dgm:constr type="t" for="ch" forName="Child" refType="h" fact="0.192"/>
              <dgm:constr type="w" for="ch" forName="Child" refType="w" fact="0.71"/>
              <dgm:constr type="h" for="ch" forName="Child" refType="h" fact="0.808"/>
              <dgm:constr type="l" for="ch" forName="Parent" refType="w" fact="0.29"/>
              <dgm:constr type="t" for="ch" forName="Parent" refType="h" fact="0"/>
              <dgm:constr type="w" for="ch" forName="Parent" refType="w" fact="0.71"/>
              <dgm:constr type="h" for="ch" forName="Parent" refType="h" fact="0.192"/>
              <dgm:constr type="l" for="ch" forName="BackAccent" refType="w" fact="0"/>
              <dgm:constr type="t" for="ch" forName="BackAccent" refType="h" fact="0"/>
              <dgm:constr type="w" for="ch" forName="BackAccent" refType="w" fact="0.24"/>
              <dgm:constr type="h" for="ch" forName="BackAccent" refType="h" fact="0.192"/>
              <dgm:constr type="l" for="ch" forName="Accent" refType="w" fact="0.024"/>
              <dgm:constr type="t" for="ch" forName="Accent" refType="h" fact="0.0192"/>
              <dgm:constr type="w" for="ch" forName="Accent" refType="w" fact="0.192"/>
              <dgm:constr type="h" for="ch" forName="Accent" refType="h" fact="0.1536"/>
            </dgm:constrLst>
          </dgm:if>
          <dgm:else name="Name6">
            <dgm:constrLst>
              <dgm:constr type="r" for="ch" forName="Child" refType="w" fact="0.71"/>
              <dgm:constr type="t" for="ch" forName="Child" refType="h" fact="0.192"/>
              <dgm:constr type="w" for="ch" forName="Child" refType="w" fact="0.71"/>
              <dgm:constr type="h" for="ch" forName="Child" refType="h" fact="0.808"/>
              <dgm:constr type="r" for="ch" forName="Parent" refType="w" fact="0.71"/>
              <dgm:constr type="t" for="ch" forName="Parent" refType="h" fact="0"/>
              <dgm:constr type="w" for="ch" forName="Parent" refType="w" fact="0.71"/>
              <dgm:constr type="h" for="ch" forName="Parent" refType="h" fact="0.192"/>
              <dgm:constr type="r" for="ch" forName="BackAccent" refType="w"/>
              <dgm:constr type="t" for="ch" forName="BackAccent" refType="h" fact="0"/>
              <dgm:constr type="w" for="ch" forName="BackAccent" refType="w" fact="0.24"/>
              <dgm:constr type="h" for="ch" forName="BackAccent" refType="h" fact="0.192"/>
              <dgm:constr type="r" for="ch" forName="Accent" refType="w" fact="0.976"/>
              <dgm:constr type="t" for="ch" forName="Accent" refType="h" fact="0.0192"/>
              <dgm:constr type="w" for="ch" forName="Accent" refType="w" fact="0.192"/>
              <dgm:constr type="h" for="ch" forName="Accent" refType="h" fact="0.1536"/>
            </dgm:constrLst>
          </dgm:else>
        </dgm:choose>
        <dgm:layoutNode name="BackAccent" styleLbl="bgShp">
          <dgm:alg type="sp"/>
          <dgm:shape xmlns:r="http://schemas.openxmlformats.org/officeDocument/2006/relationships" type="ellipse" r:blip="">
            <dgm:adjLst/>
          </dgm:shape>
          <dgm:presOf/>
        </dgm:layoutNode>
        <dgm:layoutNode name="Accent" styleLbl="alignNode1">
          <dgm:alg type="sp"/>
          <dgm:choose name="Name7">
            <dgm:if name="Name8" axis="precedSib" ptType="node" func="cnt" op="equ" val="0">
              <dgm:choose name="Name9">
                <dgm:if name="Name10" axis="followSib" ptType="node" func="cnt" op="equ" val="0">
                  <dgm:shape xmlns:r="http://schemas.openxmlformats.org/officeDocument/2006/relationships" type="chord" r:blip="">
                    <dgm:adjLst>
                      <dgm:adj idx="1" val="-90"/>
                      <dgm:adj idx="2" val="-90"/>
                    </dgm:adjLst>
                  </dgm:shape>
                </dgm:if>
                <dgm:if name="Name11" axis="followSib" ptType="node" func="cnt" op="equ" val="1">
                  <dgm:shape xmlns:r="http://schemas.openxmlformats.org/officeDocument/2006/relationships" type="chord" r:blip="">
                    <dgm:adjLst>
                      <dgm:adj idx="1" val="0"/>
                      <dgm:adj idx="2" val="180"/>
                    </dgm:adjLst>
                  </dgm:shape>
                </dgm:if>
                <dgm:if name="Name12" axis="followSib" ptType="node" func="cnt" op="equ" val="2">
                  <dgm:shape xmlns:r="http://schemas.openxmlformats.org/officeDocument/2006/relationships" type="chord" r:blip="">
                    <dgm:adjLst>
                      <dgm:adj idx="1" val="19.4712"/>
                      <dgm:adj idx="2" val="160.5288"/>
                    </dgm:adjLst>
                  </dgm:shape>
                </dgm:if>
                <dgm:if name="Name13" axis="followSib" ptType="node" func="cnt" op="equ" val="3">
                  <dgm:shape xmlns:r="http://schemas.openxmlformats.org/officeDocument/2006/relationships" type="chord" r:blip="">
                    <dgm:adjLst>
                      <dgm:adj idx="1" val="30"/>
                      <dgm:adj idx="2" val="150"/>
                    </dgm:adjLst>
                  </dgm:shape>
                </dgm:if>
                <dgm:if name="Name14" axis="followSib" ptType="node" func="cnt" op="equ" val="4">
                  <dgm:shape xmlns:r="http://schemas.openxmlformats.org/officeDocument/2006/relationships" type="chord" r:blip="">
                    <dgm:adjLst>
                      <dgm:adj idx="1" val="38.8699"/>
                      <dgm:adj idx="2" val="143.1301"/>
                    </dgm:adjLst>
                  </dgm:shape>
                </dgm:if>
                <dgm:if name="Name15" axis="followSib" ptType="node" func="cnt" op="equ" val="5">
                  <dgm:shape xmlns:r="http://schemas.openxmlformats.org/officeDocument/2006/relationships" type="chord" r:blip="">
                    <dgm:adjLst>
                      <dgm:adj idx="1" val="41.8103"/>
                      <dgm:adj idx="2" val="138.1897"/>
                    </dgm:adjLst>
                  </dgm:shape>
                </dgm:if>
                <dgm:else name="Name16">
                  <dgm:shape xmlns:r="http://schemas.openxmlformats.org/officeDocument/2006/relationships" type="chord" r:blip="">
                    <dgm:adjLst>
                      <dgm:adj idx="1" val="45.5847"/>
                      <dgm:adj idx="2" val="134.4153"/>
                    </dgm:adjLst>
                  </dgm:shape>
                </dgm:else>
              </dgm:choose>
            </dgm:if>
            <dgm:if name="Name17" axis="precedSib" ptType="node" func="cnt" op="equ" val="1">
              <dgm:choose name="Name18">
                <dgm:if name="Name19" axis="followSib" ptType="node" func="cnt" op="equ" val="0">
                  <dgm:shape xmlns:r="http://schemas.openxmlformats.org/officeDocument/2006/relationships" type="chord" r:blip="">
                    <dgm:adjLst>
                      <dgm:adj idx="1" val="-90"/>
                      <dgm:adj idx="2" val="-90"/>
                    </dgm:adjLst>
                  </dgm:shape>
                </dgm:if>
                <dgm:if name="Name20" axis="followSib" ptType="node" func="cnt" op="equ" val="1">
                  <dgm:shape xmlns:r="http://schemas.openxmlformats.org/officeDocument/2006/relationships" type="chord" r:blip="">
                    <dgm:adjLst>
                      <dgm:adj idx="1" val="-19.4712"/>
                      <dgm:adj idx="2" val="-160.5288"/>
                    </dgm:adjLst>
                  </dgm:shape>
                </dgm:if>
                <dgm:if name="Name21" axis="followSib" ptType="node" func="cnt" op="equ" val="2">
                  <dgm:shape xmlns:r="http://schemas.openxmlformats.org/officeDocument/2006/relationships" type="chord" r:blip="">
                    <dgm:adjLst>
                      <dgm:adj idx="1" val="0"/>
                      <dgm:adj idx="2" val="180"/>
                    </dgm:adjLst>
                  </dgm:shape>
                </dgm:if>
                <dgm:if name="Name22" axis="followSib" ptType="node" func="cnt" op="equ" val="3">
                  <dgm:shape xmlns:r="http://schemas.openxmlformats.org/officeDocument/2006/relationships" type="chord" r:blip="">
                    <dgm:adjLst>
                      <dgm:adj idx="1" val="11.537"/>
                      <dgm:adj idx="2" val="168.463"/>
                    </dgm:adjLst>
                  </dgm:shape>
                </dgm:if>
                <dgm:if name="Name23" axis="followSib" ptType="node" func="cnt" op="equ" val="4">
                  <dgm:shape xmlns:r="http://schemas.openxmlformats.org/officeDocument/2006/relationships" type="chord" r:blip="">
                    <dgm:adjLst>
                      <dgm:adj idx="1" val="19.4712"/>
                      <dgm:adj idx="2" val="160.5288"/>
                    </dgm:adjLst>
                  </dgm:shape>
                </dgm:if>
                <dgm:else name="Name24">
                  <dgm:shape xmlns:r="http://schemas.openxmlformats.org/officeDocument/2006/relationships" type="chord" r:blip="">
                    <dgm:adjLst>
                      <dgm:adj idx="1" val="25.3769"/>
                      <dgm:adj idx="2" val="154.6231"/>
                    </dgm:adjLst>
                  </dgm:shape>
                </dgm:else>
              </dgm:choose>
            </dgm:if>
            <dgm:if name="Name25" axis="precedSib" ptType="node" func="cnt" op="equ" val="2">
              <dgm:choose name="Name26">
                <dgm:if name="Name27" axis="followSib" ptType="node" func="cnt" op="equ" val="0">
                  <dgm:shape xmlns:r="http://schemas.openxmlformats.org/officeDocument/2006/relationships" type="chord" r:blip="">
                    <dgm:adjLst>
                      <dgm:adj idx="1" val="-90"/>
                      <dgm:adj idx="2" val="-90"/>
                    </dgm:adjLst>
                  </dgm:shape>
                </dgm:if>
                <dgm:if name="Name28" axis="followSib" ptType="node" func="cnt" op="equ" val="1">
                  <dgm:shape xmlns:r="http://schemas.openxmlformats.org/officeDocument/2006/relationships" type="chord" r:blip="">
                    <dgm:adjLst>
                      <dgm:adj idx="1" val="-30"/>
                      <dgm:adj idx="2" val="-150"/>
                    </dgm:adjLst>
                  </dgm:shape>
                </dgm:if>
                <dgm:if name="Name29" axis="followSib" ptType="node" func="cnt" op="equ" val="2">
                  <dgm:shape xmlns:r="http://schemas.openxmlformats.org/officeDocument/2006/relationships" type="chord" r:blip="">
                    <dgm:adjLst>
                      <dgm:adj idx="1" val="-11.537"/>
                      <dgm:adj idx="2" val="-168.463"/>
                    </dgm:adjLst>
                  </dgm:shape>
                </dgm:if>
                <dgm:if name="Name30" axis="followSib" ptType="node" func="cnt" op="equ" val="3">
                  <dgm:shape xmlns:r="http://schemas.openxmlformats.org/officeDocument/2006/relationships" type="chord" r:blip="">
                    <dgm:adjLst>
                      <dgm:adj idx="1" val="0"/>
                      <dgm:adj idx="2" val="180"/>
                    </dgm:adjLst>
                  </dgm:shape>
                </dgm:if>
                <dgm:else name="Name31">
                  <dgm:shape xmlns:r="http://schemas.openxmlformats.org/officeDocument/2006/relationships" type="chord" r:blip="">
                    <dgm:adjLst>
                      <dgm:adj idx="1" val="8.2133"/>
                      <dgm:adj idx="2" val="171.7867"/>
                    </dgm:adjLst>
                  </dgm:shape>
                </dgm:else>
              </dgm:choose>
            </dgm:if>
            <dgm:if name="Name32" axis="precedSib" ptType="node" func="cnt" op="equ" val="3">
              <dgm:choose name="Name33">
                <dgm:if name="Name34" axis="followSib" ptType="node" func="cnt" op="equ" val="0">
                  <dgm:shape xmlns:r="http://schemas.openxmlformats.org/officeDocument/2006/relationships" type="chord" r:blip="">
                    <dgm:adjLst>
                      <dgm:adj idx="1" val="-90"/>
                      <dgm:adj idx="2" val="-90"/>
                    </dgm:adjLst>
                  </dgm:shape>
                </dgm:if>
                <dgm:if name="Name35" axis="followSib" ptType="node" func="cnt" op="equ" val="1">
                  <dgm:shape xmlns:r="http://schemas.openxmlformats.org/officeDocument/2006/relationships" type="chord" r:blip="">
                    <dgm:adjLst>
                      <dgm:adj idx="1" val="-38.8699"/>
                      <dgm:adj idx="2" val="-143.1301"/>
                    </dgm:adjLst>
                  </dgm:shape>
                </dgm:if>
                <dgm:if name="Name36" axis="followSib" ptType="node" func="cnt" op="equ" val="2">
                  <dgm:shape xmlns:r="http://schemas.openxmlformats.org/officeDocument/2006/relationships" type="chord" r:blip="">
                    <dgm:adjLst>
                      <dgm:adj idx="1" val="-19.4712"/>
                      <dgm:adj idx="2" val="-160.5288"/>
                    </dgm:adjLst>
                  </dgm:shape>
                </dgm:if>
                <dgm:else name="Name37">
                  <dgm:shape xmlns:r="http://schemas.openxmlformats.org/officeDocument/2006/relationships" type="chord" r:blip="">
                    <dgm:adjLst>
                      <dgm:adj idx="1" val="-8.2133"/>
                      <dgm:adj idx="2" val="-171.7867"/>
                    </dgm:adjLst>
                  </dgm:shape>
                </dgm:else>
              </dgm:choose>
            </dgm:if>
            <dgm:if name="Name38" axis="precedSib" ptType="node" func="cnt" op="equ" val="4">
              <dgm:choose name="Name39">
                <dgm:if name="Name40" axis="followSib" ptType="node" func="cnt" op="equ" val="0">
                  <dgm:shape xmlns:r="http://schemas.openxmlformats.org/officeDocument/2006/relationships" type="chord" r:blip="">
                    <dgm:adjLst>
                      <dgm:adj idx="1" val="-90"/>
                      <dgm:adj idx="2" val="-90"/>
                    </dgm:adjLst>
                  </dgm:shape>
                </dgm:if>
                <dgm:if name="Name41" axis="followSib" ptType="node" func="cnt" op="equ" val="1">
                  <dgm:shape xmlns:r="http://schemas.openxmlformats.org/officeDocument/2006/relationships" type="chord" r:blip="">
                    <dgm:adjLst>
                      <dgm:adj idx="1" val="-41.8103"/>
                      <dgm:adj idx="2" val="-138.1897"/>
                    </dgm:adjLst>
                  </dgm:shape>
                </dgm:if>
                <dgm:else name="Name42">
                  <dgm:shape xmlns:r="http://schemas.openxmlformats.org/officeDocument/2006/relationships" type="chord" r:blip="">
                    <dgm:adjLst>
                      <dgm:adj idx="1" val="-25.3769"/>
                      <dgm:adj idx="2" val="-154.6231"/>
                    </dgm:adjLst>
                  </dgm:shape>
                </dgm:else>
              </dgm:choose>
            </dgm:if>
            <dgm:if name="Name43" axis="precedSib" ptType="node" func="cnt" op="equ" val="5">
              <dgm:choose name="Name44">
                <dgm:if name="Name45" axis="followSib" ptType="node" func="cnt" op="equ" val="0">
                  <dgm:shape xmlns:r="http://schemas.openxmlformats.org/officeDocument/2006/relationships" type="chord" r:blip="">
                    <dgm:adjLst>
                      <dgm:adj idx="1" val="-90"/>
                      <dgm:adj idx="2" val="-90"/>
                    </dgm:adjLst>
                  </dgm:shape>
                </dgm:if>
                <dgm:else name="Name46">
                  <dgm:shape xmlns:r="http://schemas.openxmlformats.org/officeDocument/2006/relationships" type="chord" r:blip="">
                    <dgm:adjLst>
                      <dgm:adj idx="1" val="-45.5847"/>
                      <dgm:adj idx="2" val="-134.4153"/>
                    </dgm:adjLst>
                  </dgm:shape>
                </dgm:else>
              </dgm:choose>
            </dgm:if>
            <dgm:else name="Name47">
              <dgm:shape xmlns:r="http://schemas.openxmlformats.org/officeDocument/2006/relationships" type="chord" r:blip="">
                <dgm:adjLst>
                  <dgm:adj idx="1" val="-90"/>
                  <dgm:adj idx="2" val="-90"/>
                </dgm:adjLst>
              </dgm:shape>
            </dgm:else>
          </dgm:choose>
          <dgm:presOf/>
        </dgm:layoutNode>
        <dgm:layoutNode name="Child" styleLbl="revTx">
          <dgm:varLst>
            <dgm:chMax val="0"/>
            <dgm:chPref val="0"/>
            <dgm:bulletEnabled val="1"/>
          </dgm:varLst>
          <dgm:choose name="Name48">
            <dgm:if name="Name49" func="var" arg="dir" op="equ" val="norm">
              <dgm:alg type="tx">
                <dgm:param type="parTxLTRAlign" val="l"/>
                <dgm:param type="parTxRTLAlign" val="l"/>
                <dgm:param type="txAnchorVert" val="t"/>
              </dgm:alg>
            </dgm:if>
            <dgm:else name="Name50">
              <dgm:alg type="tx">
                <dgm:param type="parTxLTRAlign" val="r"/>
                <dgm:param type="parTxRTLAlign" val="r"/>
                <dgm:param type="txAnchorVert" val="t"/>
              </dgm:alg>
            </dgm:else>
          </dgm:choose>
          <dgm:choose name="Name51">
            <dgm:if name="Name52" axis="ch" ptType="node" func="cnt" op="gte" val="1">
              <dgm:shape xmlns:r="http://schemas.openxmlformats.org/officeDocument/2006/relationships" type="rect" r:blip="">
                <dgm:adjLst/>
              </dgm:shape>
            </dgm:if>
            <dgm:else name="Name53">
              <dgm:shape xmlns:r="http://schemas.openxmlformats.org/officeDocument/2006/relationships" type="rect" r:blip="" hideGeom="1">
                <dgm:adjLst/>
              </dgm:shape>
            </dgm:else>
          </dgm:choose>
          <dgm:choose name="Name54">
            <dgm:if name="Name55" axis="ch" ptType="node" func="cnt" op="gte" val="1">
              <dgm:presOf axis="des" ptType="node"/>
            </dgm:if>
            <dgm:else name="Name56">
              <dgm:presOf/>
            </dgm:else>
          </dgm:choos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Parent" styleLbl="revTx">
          <dgm:varLst>
            <dgm:chMax val="1"/>
            <dgm:chPref val="1"/>
            <dgm:bulletEnabled val="1"/>
          </dgm:varLst>
          <dgm:choose name="Name57">
            <dgm:if name="Name58" func="var" arg="dir" op="equ" val="norm">
              <dgm:alg type="tx">
                <dgm:param type="parTxLTRAlign" val="l"/>
                <dgm:param type="parTxRTLAlign" val="l"/>
                <dgm:param type="shpTxLTRAlignCh" val="l"/>
                <dgm:param type="shpTxRTLAlignCh" val="l"/>
                <dgm:param type="txAnchorVert" val="b"/>
                <dgm:param type="txAnchorVertCh" val="b"/>
              </dgm:alg>
            </dgm:if>
            <dgm:else name="Name59">
              <dgm:alg type="tx">
                <dgm:param type="parTxLTRAlign" val="r"/>
                <dgm:param type="parTxRTLAlign" val="r"/>
                <dgm:param type="shpTxLTRAlignCh" val="r"/>
                <dgm:param type="shpTxRTLAlignCh" val="r"/>
                <dgm:param type="txAnchorVert" val="b"/>
                <dgm:param type="txAnchorVertCh" val="b"/>
              </dgm:alg>
            </dgm:else>
          </dgm:choose>
          <dgm:shape xmlns:r="http://schemas.openxmlformats.org/officeDocument/2006/relationships" type="rect" r:blip="">
            <dgm:adjLst/>
          </dgm:shape>
          <dgm:presOf axis="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D03EFA-45DC-4478-A438-ADCC95FE57AE}" type="datetimeFigureOut">
              <a:rPr lang="en-US" smtClean="0"/>
              <a:t>2/23/2026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644695-521A-4E99-B0A8-158AB6562DCA}" type="slidenum">
              <a:rPr lang="en-US" smtClean="0"/>
              <a:t>‹#›</a:t>
            </a:fld>
            <a:endParaRPr lang="en-US"/>
          </a:p>
        </p:txBody>
      </p:sp>
    </p:spTree>
    <p:extLst>
      <p:ext uri="{BB962C8B-B14F-4D97-AF65-F5344CB8AC3E}">
        <p14:creationId xmlns:p14="http://schemas.microsoft.com/office/powerpoint/2010/main" val="1932579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644695-521A-4E99-B0A8-158AB6562DCA}" type="slidenum">
              <a:rPr lang="en-US" smtClean="0"/>
              <a:t>4</a:t>
            </a:fld>
            <a:endParaRPr lang="en-US"/>
          </a:p>
        </p:txBody>
      </p:sp>
    </p:spTree>
    <p:extLst>
      <p:ext uri="{BB962C8B-B14F-4D97-AF65-F5344CB8AC3E}">
        <p14:creationId xmlns:p14="http://schemas.microsoft.com/office/powerpoint/2010/main" val="11639549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85F66-4C8D-85EA-17EE-2CD90689AF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1BA002-A3CB-E39E-BB7F-DEEF484DF5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59464D-B2CF-F043-0050-655F7CCF67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A611C9-C910-3178-DB1B-79A0FD81EE2E}"/>
              </a:ext>
            </a:extLst>
          </p:cNvPr>
          <p:cNvSpPr>
            <a:spLocks noGrp="1"/>
          </p:cNvSpPr>
          <p:nvPr>
            <p:ph type="sldNum" sz="quarter" idx="5"/>
          </p:nvPr>
        </p:nvSpPr>
        <p:spPr/>
        <p:txBody>
          <a:bodyPr/>
          <a:lstStyle/>
          <a:p>
            <a:fld id="{76644695-521A-4E99-B0A8-158AB6562DCA}" type="slidenum">
              <a:rPr lang="en-US" smtClean="0"/>
              <a:t>5</a:t>
            </a:fld>
            <a:endParaRPr lang="en-US"/>
          </a:p>
        </p:txBody>
      </p:sp>
    </p:spTree>
    <p:extLst>
      <p:ext uri="{BB962C8B-B14F-4D97-AF65-F5344CB8AC3E}">
        <p14:creationId xmlns:p14="http://schemas.microsoft.com/office/powerpoint/2010/main" val="20362731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2/23/2026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7225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2/23/2026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52010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2/23/2026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70401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2/23/2026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52231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2/23/2026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16775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2/23/2026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42260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2/23/2026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40723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2/23/2026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411850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2/23/2026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84398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2/23/2026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0708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avif"/><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id="{4010AF38-26DF-48B3-952C-4A9091D6863C}"/>
              </a:ext>
            </a:extLst>
          </p:cNvPr>
          <p:cNvSpPr>
            <a:spLocks noGrp="1"/>
          </p:cNvSpPr>
          <p:nvPr>
            <p:ph type="ctrTitle"/>
          </p:nvPr>
        </p:nvSpPr>
        <p:spPr>
          <a:xfrm>
            <a:off x="648929" y="639097"/>
            <a:ext cx="6253317" cy="3686015"/>
          </a:xfrm>
        </p:spPr>
        <p:txBody>
          <a:bodyPr>
            <a:normAutofit/>
          </a:bodyPr>
          <a:lstStyle/>
          <a:p>
            <a:r>
              <a:rPr lang="en-US" sz="4000" dirty="0">
                <a:latin typeface="Times New Roman" panose="02020603050405020304" pitchFamily="18" charset="0"/>
                <a:cs typeface="Times New Roman" panose="02020603050405020304" pitchFamily="18" charset="0"/>
              </a:rPr>
              <a:t>Infosys Spring Board Virtual Internship Batch </a:t>
            </a:r>
            <a:r>
              <a:rPr lang="en-US" sz="4000">
                <a:latin typeface="Times New Roman" panose="02020603050405020304" pitchFamily="18" charset="0"/>
                <a:cs typeface="Times New Roman" panose="02020603050405020304" pitchFamily="18" charset="0"/>
              </a:rPr>
              <a:t>11 Group 1 </a:t>
            </a:r>
            <a:r>
              <a:rPr lang="en-US" sz="4000" dirty="0">
                <a:latin typeface="Times New Roman" panose="02020603050405020304" pitchFamily="18" charset="0"/>
                <a:cs typeface="Times New Roman" panose="02020603050405020304" pitchFamily="18" charset="0"/>
              </a:rPr>
              <a:t>- ElectViz Election data Visualization for Media</a:t>
            </a:r>
          </a:p>
        </p:txBody>
      </p:sp>
      <p:sp>
        <p:nvSpPr>
          <p:cNvPr id="3" name="Subtitle 2">
            <a:extLst>
              <a:ext uri="{FF2B5EF4-FFF2-40B4-BE49-F238E27FC236}">
                <a16:creationId xmlns:a16="http://schemas.microsoft.com/office/drawing/2014/main" id="{37FC2D8F-56D2-4ADF-B439-0E09E7C37894}"/>
              </a:ext>
            </a:extLst>
          </p:cNvPr>
          <p:cNvSpPr>
            <a:spLocks noGrp="1"/>
          </p:cNvSpPr>
          <p:nvPr>
            <p:ph type="subTitle" idx="1"/>
          </p:nvPr>
        </p:nvSpPr>
        <p:spPr>
          <a:xfrm>
            <a:off x="632899" y="4672738"/>
            <a:ext cx="6269347" cy="1728055"/>
          </a:xfrm>
        </p:spPr>
        <p:txBody>
          <a:bodyPr>
            <a:normAutofit/>
          </a:bodyPr>
          <a:lstStyle/>
          <a:p>
            <a:pPr>
              <a:lnSpc>
                <a:spcPct val="120000"/>
              </a:lnSpc>
            </a:pPr>
            <a:r>
              <a:rPr lang="en-US" sz="1600" dirty="0">
                <a:latin typeface="Times New Roman" panose="02020603050405020304" pitchFamily="18" charset="0"/>
                <a:cs typeface="Times New Roman" panose="02020603050405020304" pitchFamily="18" charset="0"/>
              </a:rPr>
              <a:t>Under the supervision of :</a:t>
            </a:r>
          </a:p>
          <a:p>
            <a:pPr>
              <a:lnSpc>
                <a:spcPct val="120000"/>
              </a:lnSpc>
            </a:pPr>
            <a:r>
              <a:rPr lang="en-US" sz="1600" dirty="0">
                <a:latin typeface="Times New Roman" panose="02020603050405020304" pitchFamily="18" charset="0"/>
                <a:cs typeface="Times New Roman" panose="02020603050405020304" pitchFamily="18" charset="0"/>
              </a:rPr>
              <a:t>Mentor: </a:t>
            </a:r>
            <a:r>
              <a:rPr lang="en-US" sz="1600" dirty="0" err="1">
                <a:latin typeface="Times New Roman" panose="02020603050405020304" pitchFamily="18" charset="0"/>
                <a:cs typeface="Times New Roman" panose="02020603050405020304" pitchFamily="18" charset="0"/>
              </a:rPr>
              <a:t>Mrs.Nithyasri</a:t>
            </a:r>
            <a:r>
              <a:rPr lang="en-US" sz="1600" dirty="0">
                <a:latin typeface="Times New Roman" panose="02020603050405020304" pitchFamily="18" charset="0"/>
                <a:cs typeface="Times New Roman" panose="02020603050405020304" pitchFamily="18" charset="0"/>
              </a:rPr>
              <a:t> S J</a:t>
            </a:r>
            <a:endParaRPr lang="en-US" sz="1600" dirty="0">
              <a:solidFill>
                <a:schemeClr val="tx1">
                  <a:lumMod val="85000"/>
                  <a:lumOff val="15000"/>
                </a:schemeClr>
              </a:solidFill>
              <a:latin typeface="Times New Roman" panose="02020603050405020304" pitchFamily="18" charset="0"/>
              <a:cs typeface="Times New Roman" panose="02020603050405020304" pitchFamily="18" charset="0"/>
            </a:endParaRPr>
          </a:p>
          <a:p>
            <a:r>
              <a:rPr lang="en-US" sz="1600" dirty="0">
                <a:solidFill>
                  <a:schemeClr val="tx1">
                    <a:lumMod val="85000"/>
                    <a:lumOff val="15000"/>
                  </a:schemeClr>
                </a:solidFill>
                <a:latin typeface="Times New Roman" panose="02020603050405020304" pitchFamily="18" charset="0"/>
                <a:cs typeface="Times New Roman" panose="02020603050405020304" pitchFamily="18" charset="0"/>
              </a:rPr>
              <a:t>By KRITIKA BALPANDE</a:t>
            </a:r>
          </a:p>
        </p:txBody>
      </p:sp>
      <p:cxnSp>
        <p:nvCxnSpPr>
          <p:cNvPr id="29" name="Straight Connector 28">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44179"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52ADD70C-A084-0EB9-9ACD-0C1D5BB650B8}"/>
              </a:ext>
            </a:extLst>
          </p:cNvPr>
          <p:cNvPicPr>
            <a:picLocks noChangeAspect="1"/>
          </p:cNvPicPr>
          <p:nvPr/>
        </p:nvPicPr>
        <p:blipFill>
          <a:blip r:embed="rId3"/>
          <a:stretch>
            <a:fillRect/>
          </a:stretch>
        </p:blipFill>
        <p:spPr>
          <a:xfrm>
            <a:off x="6902246" y="0"/>
            <a:ext cx="5289754" cy="6858000"/>
          </a:xfrm>
          <a:prstGeom prst="rect">
            <a:avLst/>
          </a:prstGeom>
        </p:spPr>
      </p:pic>
    </p:spTree>
    <p:extLst>
      <p:ext uri="{BB962C8B-B14F-4D97-AF65-F5344CB8AC3E}">
        <p14:creationId xmlns:p14="http://schemas.microsoft.com/office/powerpoint/2010/main" val="3912747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D502F-9B85-0776-0BD6-EA3BA97A3DA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AA4F08CF-95CF-75A0-D817-C9B8685398FD}"/>
              </a:ext>
            </a:extLst>
          </p:cNvPr>
          <p:cNvSpPr>
            <a:spLocks noGrp="1"/>
          </p:cNvSpPr>
          <p:nvPr>
            <p:ph idx="1"/>
          </p:nvPr>
        </p:nvSpPr>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India has the world’s largest democracy, where elections are conducted across many states with thousands of candidates and millions of voters.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Because of this scale, it is important to analyze election data from multiple perspectives.</a:t>
            </a:r>
          </a:p>
          <a:p>
            <a:pPr>
              <a:buFont typeface="Wingdings" panose="05000000000000000000" pitchFamily="2" charset="2"/>
              <a:buChar char="Ø"/>
            </a:pPr>
            <a:r>
              <a:rPr lang="en-US" dirty="0" err="1">
                <a:latin typeface="Times New Roman" panose="02020603050405020304" pitchFamily="18" charset="0"/>
                <a:cs typeface="Times New Roman" panose="02020603050405020304" pitchFamily="18" charset="0"/>
              </a:rPr>
              <a:t>Electviz</a:t>
            </a:r>
            <a:r>
              <a:rPr lang="en-US" dirty="0">
                <a:latin typeface="Times New Roman" panose="02020603050405020304" pitchFamily="18" charset="0"/>
                <a:cs typeface="Times New Roman" panose="02020603050405020304" pitchFamily="18" charset="0"/>
              </a:rPr>
              <a:t> is data visualization project developed using power BI .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Electviz</a:t>
            </a:r>
            <a:r>
              <a:rPr lang="en-US" dirty="0">
                <a:latin typeface="Times New Roman" panose="02020603050405020304" pitchFamily="18" charset="0"/>
                <a:cs typeface="Times New Roman" panose="02020603050405020304" pitchFamily="18" charset="0"/>
              </a:rPr>
              <a:t> transform large scale election data into interactive and informative dashboard that present clear analysis and insights from raw election data in an engaging manner , thereby improving clarity, transparency, and understanding.</a:t>
            </a:r>
          </a:p>
          <a:p>
            <a:br>
              <a:rPr lang="en-US" dirty="0"/>
            </a:br>
            <a:endParaRPr lang="en-US" dirty="0"/>
          </a:p>
        </p:txBody>
      </p:sp>
    </p:spTree>
    <p:extLst>
      <p:ext uri="{BB962C8B-B14F-4D97-AF65-F5344CB8AC3E}">
        <p14:creationId xmlns:p14="http://schemas.microsoft.com/office/powerpoint/2010/main" val="440467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1E81E-14A4-7737-F4D1-ADF9FD2D466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OBJECTIVES</a:t>
            </a:r>
          </a:p>
        </p:txBody>
      </p:sp>
      <p:graphicFrame>
        <p:nvGraphicFramePr>
          <p:cNvPr id="12" name="Content Placeholder 11">
            <a:extLst>
              <a:ext uri="{FF2B5EF4-FFF2-40B4-BE49-F238E27FC236}">
                <a16:creationId xmlns:a16="http://schemas.microsoft.com/office/drawing/2014/main" id="{04B610F5-063E-AC32-F0AB-2125376BFA8F}"/>
              </a:ext>
            </a:extLst>
          </p:cNvPr>
          <p:cNvGraphicFramePr>
            <a:graphicFrameLocks noGrp="1"/>
          </p:cNvGraphicFramePr>
          <p:nvPr>
            <p:ph idx="1"/>
            <p:extLst>
              <p:ext uri="{D42A27DB-BD31-4B8C-83A1-F6EECF244321}">
                <p14:modId xmlns:p14="http://schemas.microsoft.com/office/powerpoint/2010/main" val="858392326"/>
              </p:ext>
            </p:extLst>
          </p:nvPr>
        </p:nvGraphicFramePr>
        <p:xfrm>
          <a:off x="1096963" y="2108200"/>
          <a:ext cx="9885168" cy="36207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08090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F9D450AE-F796-E28F-E1C1-7F730ED0BBD6}"/>
              </a:ext>
            </a:extLst>
          </p:cNvPr>
          <p:cNvGraphicFramePr/>
          <p:nvPr>
            <p:extLst>
              <p:ext uri="{D42A27DB-BD31-4B8C-83A1-F6EECF244321}">
                <p14:modId xmlns:p14="http://schemas.microsoft.com/office/powerpoint/2010/main" val="4232538049"/>
              </p:ext>
            </p:extLst>
          </p:nvPr>
        </p:nvGraphicFramePr>
        <p:xfrm>
          <a:off x="555624" y="1599780"/>
          <a:ext cx="11055351" cy="46524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3E2B4AA3-A042-B0B2-0C58-887B98AF287B}"/>
              </a:ext>
            </a:extLst>
          </p:cNvPr>
          <p:cNvSpPr txBox="1"/>
          <p:nvPr/>
        </p:nvSpPr>
        <p:spPr>
          <a:xfrm>
            <a:off x="9648593" y="1619250"/>
            <a:ext cx="1399742"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Milestone 4</a:t>
            </a:r>
          </a:p>
        </p:txBody>
      </p:sp>
      <p:sp>
        <p:nvSpPr>
          <p:cNvPr id="5" name="TextBox 4">
            <a:extLst>
              <a:ext uri="{FF2B5EF4-FFF2-40B4-BE49-F238E27FC236}">
                <a16:creationId xmlns:a16="http://schemas.microsoft.com/office/drawing/2014/main" id="{5F22FBFC-81D8-1282-588F-E11CEB70326E}"/>
              </a:ext>
            </a:extLst>
          </p:cNvPr>
          <p:cNvSpPr txBox="1"/>
          <p:nvPr/>
        </p:nvSpPr>
        <p:spPr>
          <a:xfrm>
            <a:off x="866776" y="2371725"/>
            <a:ext cx="2476500" cy="3323987"/>
          </a:xfrm>
          <a:prstGeom prst="rect">
            <a:avLst/>
          </a:prstGeom>
          <a:noFill/>
        </p:spPr>
        <p:txBody>
          <a:bodyPr wrap="square" rtlCol="0">
            <a:spAutoFit/>
          </a:bodyPr>
          <a:lstStyle/>
          <a:p>
            <a:pPr algn="just"/>
            <a:r>
              <a:rPr lang="en-US" sz="1200" dirty="0">
                <a:latin typeface="Times New Roman" panose="02020603050405020304" pitchFamily="18" charset="0"/>
                <a:cs typeface="Times New Roman" panose="02020603050405020304" pitchFamily="18" charset="0"/>
              </a:rPr>
              <a:t>Data collected and preprocessed</a:t>
            </a:r>
          </a:p>
          <a:p>
            <a:pPr algn="just"/>
            <a:r>
              <a:rPr lang="en-US" sz="1200" dirty="0">
                <a:latin typeface="Times New Roman" panose="02020603050405020304" pitchFamily="18" charset="0"/>
                <a:cs typeface="Times New Roman" panose="02020603050405020304" pitchFamily="18" charset="0"/>
              </a:rPr>
              <a:t>The dataset collected from Kaggle ‘Indian Election Dataset’.</a:t>
            </a:r>
          </a:p>
          <a:p>
            <a:pPr algn="just"/>
            <a:r>
              <a:rPr lang="en-US" sz="1200" dirty="0">
                <a:latin typeface="Times New Roman" panose="02020603050405020304" pitchFamily="18" charset="0"/>
                <a:cs typeface="Times New Roman" panose="02020603050405020304" pitchFamily="18" charset="0"/>
              </a:rPr>
              <a:t>Data Preprocessing Steps:</a:t>
            </a:r>
          </a:p>
          <a:p>
            <a:pPr marL="171450" indent="-171450" algn="just" fontAlgn="base">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Checking the data types of each column.</a:t>
            </a:r>
          </a:p>
          <a:p>
            <a:pPr marL="171450" indent="-171450" algn="just" fontAlgn="base">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Checking for null /empty values </a:t>
            </a:r>
          </a:p>
          <a:p>
            <a:pPr marL="171450" indent="-171450" algn="just" fontAlgn="base">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Checking for duplicates</a:t>
            </a:r>
          </a:p>
          <a:p>
            <a:pPr algn="just" fontAlgn="base"/>
            <a:r>
              <a:rPr lang="en-US" sz="1200" dirty="0">
                <a:latin typeface="Times New Roman" panose="02020603050405020304" pitchFamily="18" charset="0"/>
                <a:cs typeface="Times New Roman" panose="02020603050405020304" pitchFamily="18" charset="0"/>
              </a:rPr>
              <a:t>Replaced mismatching or different spelling values in ‘state name’ and ‘party name’ column like Chhattisgarh and Chattisgarh .</a:t>
            </a:r>
          </a:p>
          <a:p>
            <a:pPr marL="171450" indent="-171450" algn="just" fontAlgn="base">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Added a custom column ‘voters' turnout_%’ to calculate percentage of votes received over electors.</a:t>
            </a:r>
          </a:p>
          <a:p>
            <a:endParaRPr lang="en-US" dirty="0"/>
          </a:p>
        </p:txBody>
      </p:sp>
      <p:sp>
        <p:nvSpPr>
          <p:cNvPr id="6" name="TextBox 5">
            <a:extLst>
              <a:ext uri="{FF2B5EF4-FFF2-40B4-BE49-F238E27FC236}">
                <a16:creationId xmlns:a16="http://schemas.microsoft.com/office/drawing/2014/main" id="{55B3F5FB-7663-B0F8-43E7-68D38103086C}"/>
              </a:ext>
            </a:extLst>
          </p:cNvPr>
          <p:cNvSpPr txBox="1"/>
          <p:nvPr/>
        </p:nvSpPr>
        <p:spPr>
          <a:xfrm>
            <a:off x="3606799" y="2319771"/>
            <a:ext cx="2476500" cy="3785652"/>
          </a:xfrm>
          <a:prstGeom prst="rect">
            <a:avLst/>
          </a:prstGeom>
          <a:noFill/>
        </p:spPr>
        <p:txBody>
          <a:bodyPr wrap="square" rtlCol="0">
            <a:spAutoFit/>
          </a:bodyPr>
          <a:lstStyle/>
          <a:p>
            <a:pPr algn="just"/>
            <a:r>
              <a:rPr lang="en-US" sz="1200" dirty="0">
                <a:latin typeface="Times New Roman" panose="02020603050405020304" pitchFamily="18" charset="0"/>
                <a:cs typeface="Times New Roman" panose="02020603050405020304" pitchFamily="18" charset="0"/>
              </a:rPr>
              <a:t>Dashboard creation started </a:t>
            </a:r>
          </a:p>
          <a:p>
            <a:pPr algn="just"/>
            <a:r>
              <a:rPr lang="en-US" sz="1200" dirty="0">
                <a:latin typeface="Times New Roman" panose="02020603050405020304" pitchFamily="18" charset="0"/>
                <a:cs typeface="Times New Roman" panose="02020603050405020304" pitchFamily="18" charset="0"/>
              </a:rPr>
              <a:t>The three-dashboard created in milestone 2.</a:t>
            </a:r>
          </a:p>
          <a:p>
            <a:pPr marL="171450" indent="-171450" algn="just">
              <a:buClr>
                <a:schemeClr val="accent1"/>
              </a:buClr>
              <a:buFont typeface="Wingdings" panose="05000000000000000000" pitchFamily="2" charset="2"/>
              <a:buChar char="Ø"/>
            </a:pPr>
            <a:r>
              <a:rPr lang="en-US" sz="1200" dirty="0">
                <a:latin typeface="Times New Roman" panose="02020603050405020304" pitchFamily="18" charset="0"/>
                <a:cs typeface="Times New Roman" panose="02020603050405020304" pitchFamily="18" charset="0"/>
              </a:rPr>
              <a:t>Election overview page</a:t>
            </a:r>
          </a:p>
          <a:p>
            <a:pPr marL="171450" indent="-171450" algn="just">
              <a:buClr>
                <a:schemeClr val="accent1"/>
              </a:buClr>
              <a:buFont typeface="Wingdings" panose="05000000000000000000" pitchFamily="2" charset="2"/>
              <a:buChar char="Ø"/>
            </a:pPr>
            <a:r>
              <a:rPr lang="en-US" sz="1200" dirty="0">
                <a:latin typeface="Times New Roman" panose="02020603050405020304" pitchFamily="18" charset="0"/>
                <a:cs typeface="Times New Roman" panose="02020603050405020304" pitchFamily="18" charset="0"/>
              </a:rPr>
              <a:t>Party performance analysis</a:t>
            </a:r>
          </a:p>
          <a:p>
            <a:pPr marL="171450" indent="-171450" algn="just">
              <a:buClr>
                <a:schemeClr val="accent1"/>
              </a:buClr>
              <a:buFont typeface="Wingdings" panose="05000000000000000000" pitchFamily="2" charset="2"/>
              <a:buChar char="Ø"/>
            </a:pPr>
            <a:r>
              <a:rPr lang="en-US" sz="1200" dirty="0">
                <a:latin typeface="Times New Roman" panose="02020603050405020304" pitchFamily="18" charset="0"/>
                <a:cs typeface="Times New Roman" panose="02020603050405020304" pitchFamily="18" charset="0"/>
              </a:rPr>
              <a:t>Distribution of parliamentary constituency</a:t>
            </a:r>
          </a:p>
          <a:p>
            <a:pPr algn="just">
              <a:buClr>
                <a:schemeClr val="accent1"/>
              </a:buClr>
            </a:pPr>
            <a:endParaRPr lang="en-US" sz="1200" dirty="0">
              <a:latin typeface="Times New Roman" panose="02020603050405020304" pitchFamily="18" charset="0"/>
              <a:cs typeface="Times New Roman" panose="02020603050405020304" pitchFamily="18" charset="0"/>
            </a:endParaRPr>
          </a:p>
          <a:p>
            <a:pPr algn="just">
              <a:buClr>
                <a:schemeClr val="accent1"/>
              </a:buClr>
            </a:pPr>
            <a:r>
              <a:rPr lang="en-US" sz="1200" dirty="0">
                <a:latin typeface="Times New Roman" panose="02020603050405020304" pitchFamily="18" charset="0"/>
                <a:cs typeface="Times New Roman" panose="02020603050405020304" pitchFamily="18" charset="0"/>
              </a:rPr>
              <a:t>Insight Generated:</a:t>
            </a:r>
          </a:p>
          <a:p>
            <a:pPr marL="171450" lvl="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Votes received increases over year . So , an increasing trend indicates rising voter participation.</a:t>
            </a:r>
          </a:p>
          <a:p>
            <a:pPr marL="171450" lvl="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Densely Populated area stands out in contribution of significantly more votes.</a:t>
            </a: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Gender imbalance remains significant, as male candidates dominate across all constituency types, while female participation is increasing slowly..</a:t>
            </a:r>
          </a:p>
        </p:txBody>
      </p:sp>
      <p:sp>
        <p:nvSpPr>
          <p:cNvPr id="7" name="TextBox 6">
            <a:extLst>
              <a:ext uri="{FF2B5EF4-FFF2-40B4-BE49-F238E27FC236}">
                <a16:creationId xmlns:a16="http://schemas.microsoft.com/office/drawing/2014/main" id="{76A80CB0-2D05-F28F-52C1-3AA4588A876F}"/>
              </a:ext>
            </a:extLst>
          </p:cNvPr>
          <p:cNvSpPr txBox="1"/>
          <p:nvPr/>
        </p:nvSpPr>
        <p:spPr>
          <a:xfrm>
            <a:off x="6394451" y="2371725"/>
            <a:ext cx="2476500" cy="4324261"/>
          </a:xfrm>
          <a:prstGeom prst="rect">
            <a:avLst/>
          </a:prstGeom>
          <a:noFill/>
        </p:spPr>
        <p:txBody>
          <a:bodyPr wrap="square" rtlCol="0">
            <a:spAutoFit/>
          </a:bodyPr>
          <a:lstStyle/>
          <a:p>
            <a:pPr algn="just"/>
            <a:r>
              <a:rPr lang="en-US" sz="1200" dirty="0">
                <a:latin typeface="Times New Roman" panose="02020603050405020304" pitchFamily="18" charset="0"/>
                <a:cs typeface="Times New Roman" panose="02020603050405020304" pitchFamily="18" charset="0"/>
              </a:rPr>
              <a:t>After analyzing party performance and distribution of parliamentary constituency . The two more-dashboard added .</a:t>
            </a:r>
          </a:p>
          <a:p>
            <a:pPr marL="171450" indent="-171450" algn="just">
              <a:buClr>
                <a:schemeClr val="accent1"/>
              </a:buClr>
              <a:buFont typeface="Wingdings" panose="05000000000000000000" pitchFamily="2" charset="2"/>
              <a:buChar char="Ø"/>
            </a:pPr>
            <a:r>
              <a:rPr lang="en-US" sz="1200" dirty="0">
                <a:latin typeface="Times New Roman" panose="02020603050405020304" pitchFamily="18" charset="0"/>
                <a:cs typeface="Times New Roman" panose="02020603050405020304" pitchFamily="18" charset="0"/>
              </a:rPr>
              <a:t>Year wise analysis </a:t>
            </a:r>
          </a:p>
          <a:p>
            <a:pPr marL="171450" indent="-171450" algn="just">
              <a:buClr>
                <a:schemeClr val="accent1"/>
              </a:buClr>
              <a:buFont typeface="Wingdings" panose="05000000000000000000" pitchFamily="2" charset="2"/>
              <a:buChar char="Ø"/>
            </a:pPr>
            <a:r>
              <a:rPr lang="en-US" sz="1200" dirty="0">
                <a:latin typeface="Times New Roman" panose="02020603050405020304" pitchFamily="18" charset="0"/>
                <a:cs typeface="Times New Roman" panose="02020603050405020304" pitchFamily="18" charset="0"/>
              </a:rPr>
              <a:t>State level analysis</a:t>
            </a:r>
          </a:p>
          <a:p>
            <a:pPr algn="just">
              <a:buClr>
                <a:schemeClr val="accent1"/>
              </a:buClr>
            </a:pPr>
            <a:endParaRPr lang="en-US" sz="1200" dirty="0">
              <a:latin typeface="Times New Roman" panose="02020603050405020304" pitchFamily="18" charset="0"/>
              <a:cs typeface="Times New Roman" panose="02020603050405020304" pitchFamily="18" charset="0"/>
            </a:endParaRPr>
          </a:p>
          <a:p>
            <a:pPr algn="just">
              <a:buClr>
                <a:schemeClr val="accent1"/>
              </a:buClr>
            </a:pPr>
            <a:r>
              <a:rPr lang="en-US" sz="1200" dirty="0">
                <a:latin typeface="Times New Roman" panose="02020603050405020304" pitchFamily="18" charset="0"/>
                <a:cs typeface="Times New Roman" panose="02020603050405020304" pitchFamily="18" charset="0"/>
              </a:rPr>
              <a:t>Insight Generated</a:t>
            </a:r>
          </a:p>
          <a:p>
            <a:pPr marL="171450" indent="-171450" algn="just">
              <a:buClr>
                <a:schemeClr val="accent1"/>
              </a:buCl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There is male dominance in winning candidates compare to female winning candidates.</a:t>
            </a:r>
          </a:p>
          <a:p>
            <a:pPr marL="171450" indent="-171450" algn="just">
              <a:buClr>
                <a:schemeClr val="accent1"/>
              </a:buCl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It shows that increases in total votes do not consistently align with higher turnout percentages, indicating no clear positive relationship between voter participation and total votes.</a:t>
            </a:r>
          </a:p>
          <a:p>
            <a:pPr marL="171450" indent="-171450" algn="just">
              <a:buClr>
                <a:schemeClr val="accent1"/>
              </a:buCl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Vast majority of the total votes received concentrated towards two or three major parties .</a:t>
            </a:r>
          </a:p>
          <a:p>
            <a:pPr marL="171450" indent="-171450" algn="just">
              <a:buClr>
                <a:schemeClr val="accent1"/>
              </a:buCl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algn="just">
              <a:buClr>
                <a:schemeClr val="accent1"/>
              </a:buClr>
            </a:pPr>
            <a:endParaRPr lang="en-US" sz="1200" dirty="0">
              <a:latin typeface="Times New Roman" panose="02020603050405020304" pitchFamily="18" charset="0"/>
              <a:cs typeface="Times New Roman" panose="02020603050405020304" pitchFamily="18" charset="0"/>
            </a:endParaRPr>
          </a:p>
          <a:p>
            <a:endParaRPr lang="en-US" sz="11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F5B401F6-BB7E-35B0-F68C-703145F07432}"/>
              </a:ext>
            </a:extLst>
          </p:cNvPr>
          <p:cNvSpPr txBox="1"/>
          <p:nvPr/>
        </p:nvSpPr>
        <p:spPr>
          <a:xfrm>
            <a:off x="9159876" y="2371724"/>
            <a:ext cx="2476500" cy="3847207"/>
          </a:xfrm>
          <a:prstGeom prst="rect">
            <a:avLst/>
          </a:prstGeom>
          <a:noFill/>
        </p:spPr>
        <p:txBody>
          <a:bodyPr wrap="square" rtlCol="0">
            <a:spAutoFit/>
          </a:bodyPr>
          <a:lstStyle/>
          <a:p>
            <a:pPr algn="just"/>
            <a:r>
              <a:rPr lang="en-US" sz="1200" dirty="0">
                <a:latin typeface="Times New Roman" panose="02020603050405020304" pitchFamily="18" charset="0"/>
                <a:cs typeface="Times New Roman" panose="02020603050405020304" pitchFamily="18" charset="0"/>
              </a:rPr>
              <a:t>After year wise and state level analysis , the three-dashboard added to understand gender representation , party performance and competitive nature of election.</a:t>
            </a:r>
            <a:endParaRPr lang="en-US" dirty="0"/>
          </a:p>
          <a:p>
            <a:pPr marL="171450" indent="-171450" algn="just">
              <a:buClr>
                <a:schemeClr val="accent1"/>
              </a:buClr>
              <a:buFont typeface="Wingdings" panose="05000000000000000000" pitchFamily="2" charset="2"/>
              <a:buChar char="Ø"/>
            </a:pPr>
            <a:r>
              <a:rPr lang="en-US" sz="1100" dirty="0">
                <a:latin typeface="Times New Roman" panose="02020603050405020304" pitchFamily="18" charset="0"/>
                <a:cs typeface="Times New Roman" panose="02020603050405020304" pitchFamily="18" charset="0"/>
              </a:rPr>
              <a:t>Gender wise analysis </a:t>
            </a:r>
          </a:p>
          <a:p>
            <a:pPr marL="171450" indent="-171450" algn="just">
              <a:buClr>
                <a:schemeClr val="accent1"/>
              </a:buClr>
              <a:buFont typeface="Wingdings" panose="05000000000000000000" pitchFamily="2" charset="2"/>
              <a:buChar char="Ø"/>
            </a:pPr>
            <a:r>
              <a:rPr lang="en-US" sz="1100" dirty="0">
                <a:latin typeface="Times New Roman" panose="02020603050405020304" pitchFamily="18" charset="0"/>
                <a:cs typeface="Times New Roman" panose="02020603050405020304" pitchFamily="18" charset="0"/>
              </a:rPr>
              <a:t>Candidate performance analysis</a:t>
            </a:r>
          </a:p>
          <a:p>
            <a:pPr marL="171450" indent="-171450" algn="just">
              <a:buClr>
                <a:schemeClr val="accent1"/>
              </a:buClr>
              <a:buFont typeface="Wingdings" panose="05000000000000000000" pitchFamily="2" charset="2"/>
              <a:buChar char="Ø"/>
            </a:pPr>
            <a:r>
              <a:rPr lang="en-US" sz="1100" dirty="0">
                <a:latin typeface="Times New Roman" panose="02020603050405020304" pitchFamily="18" charset="0"/>
                <a:cs typeface="Times New Roman" panose="02020603050405020304" pitchFamily="18" charset="0"/>
              </a:rPr>
              <a:t>Electoral competitiveness and winner analysis.</a:t>
            </a:r>
          </a:p>
          <a:p>
            <a:pPr marL="171450" indent="-171450" algn="just">
              <a:buClr>
                <a:schemeClr val="accent1"/>
              </a:buClr>
              <a:buFont typeface="Wingdings" panose="05000000000000000000" pitchFamily="2" charset="2"/>
              <a:buChar char="Ø"/>
            </a:pPr>
            <a:endParaRPr lang="en-US" sz="1100" dirty="0">
              <a:latin typeface="Times New Roman" panose="02020603050405020304" pitchFamily="18" charset="0"/>
              <a:cs typeface="Times New Roman" panose="02020603050405020304" pitchFamily="18" charset="0"/>
            </a:endParaRPr>
          </a:p>
          <a:p>
            <a:pPr algn="just">
              <a:buClr>
                <a:schemeClr val="accent1"/>
              </a:buClr>
            </a:pPr>
            <a:r>
              <a:rPr lang="en-US" sz="1100" dirty="0">
                <a:latin typeface="Times New Roman" panose="02020603050405020304" pitchFamily="18" charset="0"/>
                <a:cs typeface="Times New Roman" panose="02020603050405020304" pitchFamily="18" charset="0"/>
              </a:rPr>
              <a:t>Insight Generated</a:t>
            </a:r>
          </a:p>
          <a:p>
            <a:pPr marL="171450" lvl="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Male dominant in election both in numbers and total votes received.</a:t>
            </a: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Some parties win more seats even with small vote shares, and some parties win low seats with high votes share showing high seats does not mean high votes received.</a:t>
            </a:r>
          </a:p>
          <a:p>
            <a:pPr lvl="0"/>
            <a:r>
              <a:rPr lang="en-US" sz="1100" dirty="0">
                <a:latin typeface="Times New Roman" panose="02020603050405020304" pitchFamily="18" charset="0"/>
                <a:cs typeface="Times New Roman" panose="02020603050405020304" pitchFamily="18" charset="0"/>
              </a:rPr>
              <a:t>.</a:t>
            </a:r>
          </a:p>
          <a:p>
            <a:pPr marL="171450" indent="-171450">
              <a:buClr>
                <a:schemeClr val="accent1"/>
              </a:buClr>
              <a:buFont typeface="Arial" panose="020B0604020202020204" pitchFamily="34" charset="0"/>
              <a:buChar char="•"/>
            </a:pPr>
            <a:endParaRPr lang="en-US" sz="1100" dirty="0"/>
          </a:p>
        </p:txBody>
      </p:sp>
      <p:sp>
        <p:nvSpPr>
          <p:cNvPr id="9" name="Title 1">
            <a:extLst>
              <a:ext uri="{FF2B5EF4-FFF2-40B4-BE49-F238E27FC236}">
                <a16:creationId xmlns:a16="http://schemas.microsoft.com/office/drawing/2014/main" id="{7294C240-E068-AA3C-A963-D823B5D701B0}"/>
              </a:ext>
            </a:extLst>
          </p:cNvPr>
          <p:cNvSpPr txBox="1">
            <a:spLocks/>
          </p:cNvSpPr>
          <p:nvPr/>
        </p:nvSpPr>
        <p:spPr>
          <a:xfrm>
            <a:off x="488949" y="401216"/>
            <a:ext cx="11331576" cy="1018008"/>
          </a:xfrm>
          <a:prstGeom prst="rect">
            <a:avLst/>
          </a:prstGeom>
        </p:spPr>
        <p:txBody>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r>
              <a:rPr lang="en-US" dirty="0">
                <a:latin typeface="Times New Roman" panose="02020603050405020304" pitchFamily="18" charset="0"/>
                <a:cs typeface="Times New Roman" panose="02020603050405020304" pitchFamily="18" charset="0"/>
              </a:rPr>
              <a:t>MILESTONE</a:t>
            </a:r>
          </a:p>
        </p:txBody>
      </p:sp>
    </p:spTree>
    <p:extLst>
      <p:ext uri="{BB962C8B-B14F-4D97-AF65-F5344CB8AC3E}">
        <p14:creationId xmlns:p14="http://schemas.microsoft.com/office/powerpoint/2010/main" val="1364539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0E149-AD91-5A37-196C-013D65ABB59D}"/>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60235759-1A2E-7475-2971-DDA151E688B3}"/>
              </a:ext>
            </a:extLst>
          </p:cNvPr>
          <p:cNvSpPr/>
          <p:nvPr/>
        </p:nvSpPr>
        <p:spPr>
          <a:xfrm>
            <a:off x="5253897" y="3429000"/>
            <a:ext cx="1744531" cy="51837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369760-E7FD-7516-3155-F461671EDAA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SYSTEM OVERVIEW AND WORKFLOW DESIGN</a:t>
            </a:r>
          </a:p>
        </p:txBody>
      </p:sp>
      <p:graphicFrame>
        <p:nvGraphicFramePr>
          <p:cNvPr id="7" name="Content Placeholder 6">
            <a:extLst>
              <a:ext uri="{FF2B5EF4-FFF2-40B4-BE49-F238E27FC236}">
                <a16:creationId xmlns:a16="http://schemas.microsoft.com/office/drawing/2014/main" id="{C92D1345-3711-52DA-F149-F276F5D38F11}"/>
              </a:ext>
            </a:extLst>
          </p:cNvPr>
          <p:cNvGraphicFramePr>
            <a:graphicFrameLocks noGrp="1"/>
          </p:cNvGraphicFramePr>
          <p:nvPr>
            <p:ph idx="1"/>
            <p:extLst>
              <p:ext uri="{D42A27DB-BD31-4B8C-83A1-F6EECF244321}">
                <p14:modId xmlns:p14="http://schemas.microsoft.com/office/powerpoint/2010/main" val="451960777"/>
              </p:ext>
            </p:extLst>
          </p:nvPr>
        </p:nvGraphicFramePr>
        <p:xfrm>
          <a:off x="1096963" y="2108200"/>
          <a:ext cx="10058400" cy="41713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Diagram 3">
            <a:extLst>
              <a:ext uri="{FF2B5EF4-FFF2-40B4-BE49-F238E27FC236}">
                <a16:creationId xmlns:a16="http://schemas.microsoft.com/office/drawing/2014/main" id="{36D4A064-E3C8-CD40-9E25-29FA75EB59A1}"/>
              </a:ext>
            </a:extLst>
          </p:cNvPr>
          <p:cNvGraphicFramePr/>
          <p:nvPr>
            <p:extLst>
              <p:ext uri="{D42A27DB-BD31-4B8C-83A1-F6EECF244321}">
                <p14:modId xmlns:p14="http://schemas.microsoft.com/office/powerpoint/2010/main" val="2859496317"/>
              </p:ext>
            </p:extLst>
          </p:nvPr>
        </p:nvGraphicFramePr>
        <p:xfrm>
          <a:off x="7713308" y="2183363"/>
          <a:ext cx="3351762" cy="390799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pSp>
        <p:nvGrpSpPr>
          <p:cNvPr id="5" name="Group 4">
            <a:extLst>
              <a:ext uri="{FF2B5EF4-FFF2-40B4-BE49-F238E27FC236}">
                <a16:creationId xmlns:a16="http://schemas.microsoft.com/office/drawing/2014/main" id="{49977A05-AD37-8942-72C5-4A4A4B4DA59E}"/>
              </a:ext>
            </a:extLst>
          </p:cNvPr>
          <p:cNvGrpSpPr/>
          <p:nvPr/>
        </p:nvGrpSpPr>
        <p:grpSpPr>
          <a:xfrm>
            <a:off x="1096963" y="2089540"/>
            <a:ext cx="6339535" cy="2174551"/>
            <a:chOff x="-3123401" y="1195244"/>
            <a:chExt cx="5022146" cy="2910103"/>
          </a:xfrm>
        </p:grpSpPr>
        <p:sp>
          <p:nvSpPr>
            <p:cNvPr id="6" name="Rectangle 5">
              <a:extLst>
                <a:ext uri="{FF2B5EF4-FFF2-40B4-BE49-F238E27FC236}">
                  <a16:creationId xmlns:a16="http://schemas.microsoft.com/office/drawing/2014/main" id="{C26126CA-1028-A614-8991-ABEFDC3823A8}"/>
                </a:ext>
              </a:extLst>
            </p:cNvPr>
            <p:cNvSpPr/>
            <p:nvPr/>
          </p:nvSpPr>
          <p:spPr>
            <a:xfrm>
              <a:off x="140289" y="1320803"/>
              <a:ext cx="1758456" cy="2784544"/>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9" name="TextBox 8">
              <a:extLst>
                <a:ext uri="{FF2B5EF4-FFF2-40B4-BE49-F238E27FC236}">
                  <a16:creationId xmlns:a16="http://schemas.microsoft.com/office/drawing/2014/main" id="{7542979B-1B34-8191-DC01-CD4E3657F6AE}"/>
                </a:ext>
              </a:extLst>
            </p:cNvPr>
            <p:cNvSpPr txBox="1"/>
            <p:nvPr/>
          </p:nvSpPr>
          <p:spPr>
            <a:xfrm>
              <a:off x="-3123401" y="1195244"/>
              <a:ext cx="1422241" cy="159205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06680" tIns="106680" rIns="106680" bIns="0" numCol="1" spcCol="1270" anchor="t" anchorCtr="0">
              <a:noAutofit/>
            </a:bodyPr>
            <a:lstStyle/>
            <a:p>
              <a:pPr marL="0" lvl="0" indent="0" algn="just" defTabSz="666750">
                <a:lnSpc>
                  <a:spcPct val="90000"/>
                </a:lnSpc>
                <a:spcBef>
                  <a:spcPct val="0"/>
                </a:spcBef>
                <a:spcAft>
                  <a:spcPct val="35000"/>
                </a:spcAft>
                <a:buNone/>
              </a:pPr>
              <a:r>
                <a:rPr lang="en-US" sz="1000" kern="1200" dirty="0">
                  <a:latin typeface="Times New Roman" panose="02020603050405020304" pitchFamily="18" charset="0"/>
                  <a:cs typeface="Times New Roman" panose="02020603050405020304" pitchFamily="18" charset="0"/>
                </a:rPr>
                <a:t>Indian election takes place across many states with million of voters and thousand of candidates. However large election data is complex and difficult to interpret . There is need visual approach to understand patterns of the dataset</a:t>
              </a:r>
            </a:p>
            <a:p>
              <a:pPr marL="0" lvl="0" indent="0" algn="l" defTabSz="666750">
                <a:lnSpc>
                  <a:spcPct val="90000"/>
                </a:lnSpc>
                <a:spcBef>
                  <a:spcPct val="0"/>
                </a:spcBef>
                <a:spcAft>
                  <a:spcPct val="35000"/>
                </a:spcAft>
                <a:buNone/>
              </a:pPr>
              <a:endParaRPr lang="en-US" sz="1300" kern="1200" dirty="0">
                <a:latin typeface="Times New Roman" panose="02020603050405020304" pitchFamily="18" charset="0"/>
                <a:cs typeface="Times New Roman" panose="02020603050405020304" pitchFamily="18" charset="0"/>
              </a:endParaRPr>
            </a:p>
          </p:txBody>
        </p:sp>
      </p:grpSp>
      <p:sp>
        <p:nvSpPr>
          <p:cNvPr id="10" name="TextBox 9">
            <a:extLst>
              <a:ext uri="{FF2B5EF4-FFF2-40B4-BE49-F238E27FC236}">
                <a16:creationId xmlns:a16="http://schemas.microsoft.com/office/drawing/2014/main" id="{DCF09367-77C0-1D94-5D13-7F5DAEFC0FE9}"/>
              </a:ext>
            </a:extLst>
          </p:cNvPr>
          <p:cNvSpPr txBox="1"/>
          <p:nvPr/>
        </p:nvSpPr>
        <p:spPr>
          <a:xfrm>
            <a:off x="3237722" y="3485711"/>
            <a:ext cx="1393330"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Data Collection </a:t>
            </a:r>
          </a:p>
        </p:txBody>
      </p:sp>
      <p:sp>
        <p:nvSpPr>
          <p:cNvPr id="11" name="TextBox 10">
            <a:extLst>
              <a:ext uri="{FF2B5EF4-FFF2-40B4-BE49-F238E27FC236}">
                <a16:creationId xmlns:a16="http://schemas.microsoft.com/office/drawing/2014/main" id="{83E9F1B2-F2C2-CA81-69F8-FEDFE2DBEADE}"/>
              </a:ext>
            </a:extLst>
          </p:cNvPr>
          <p:cNvSpPr txBox="1"/>
          <p:nvPr/>
        </p:nvSpPr>
        <p:spPr>
          <a:xfrm>
            <a:off x="1134970" y="5677925"/>
            <a:ext cx="1157689" cy="276999"/>
          </a:xfrm>
          <a:prstGeom prst="rect">
            <a:avLst/>
          </a:prstGeom>
          <a:noFill/>
        </p:spPr>
        <p:txBody>
          <a:bodyPr wrap="none" rtlCol="0">
            <a:spAutoFit/>
          </a:bodyPr>
          <a:lstStyle/>
          <a:p>
            <a:r>
              <a:rPr lang="en-US" sz="1200" dirty="0">
                <a:solidFill>
                  <a:schemeClr val="bg1"/>
                </a:solidFill>
                <a:latin typeface="Times New Roman" panose="02020603050405020304" pitchFamily="18" charset="0"/>
                <a:cs typeface="Times New Roman" panose="02020603050405020304" pitchFamily="18" charset="0"/>
              </a:rPr>
              <a:t>Data Modelling</a:t>
            </a:r>
          </a:p>
        </p:txBody>
      </p:sp>
      <p:sp>
        <p:nvSpPr>
          <p:cNvPr id="12" name="TextBox 11">
            <a:extLst>
              <a:ext uri="{FF2B5EF4-FFF2-40B4-BE49-F238E27FC236}">
                <a16:creationId xmlns:a16="http://schemas.microsoft.com/office/drawing/2014/main" id="{8551122F-CC76-9D5F-1907-C1802122AA77}"/>
              </a:ext>
            </a:extLst>
          </p:cNvPr>
          <p:cNvSpPr txBox="1"/>
          <p:nvPr/>
        </p:nvSpPr>
        <p:spPr>
          <a:xfrm>
            <a:off x="3208868" y="5677925"/>
            <a:ext cx="1422184" cy="276999"/>
          </a:xfrm>
          <a:prstGeom prst="rect">
            <a:avLst/>
          </a:prstGeom>
          <a:noFill/>
        </p:spPr>
        <p:txBody>
          <a:bodyPr wrap="none" rtlCol="0">
            <a:spAutoFit/>
          </a:bodyPr>
          <a:lstStyle/>
          <a:p>
            <a:r>
              <a:rPr lang="en-US" sz="1200" dirty="0">
                <a:solidFill>
                  <a:schemeClr val="bg1"/>
                </a:solidFill>
                <a:latin typeface="Times New Roman" panose="02020603050405020304" pitchFamily="18" charset="0"/>
                <a:cs typeface="Times New Roman" panose="02020603050405020304" pitchFamily="18" charset="0"/>
              </a:rPr>
              <a:t>Dashboard Creation</a:t>
            </a:r>
          </a:p>
        </p:txBody>
      </p:sp>
      <p:sp>
        <p:nvSpPr>
          <p:cNvPr id="13" name="TextBox 12">
            <a:extLst>
              <a:ext uri="{FF2B5EF4-FFF2-40B4-BE49-F238E27FC236}">
                <a16:creationId xmlns:a16="http://schemas.microsoft.com/office/drawing/2014/main" id="{1A2CDF9F-FEF5-1073-1F44-9BB75C18AC1F}"/>
              </a:ext>
            </a:extLst>
          </p:cNvPr>
          <p:cNvSpPr txBox="1"/>
          <p:nvPr/>
        </p:nvSpPr>
        <p:spPr>
          <a:xfrm>
            <a:off x="5253897" y="5585591"/>
            <a:ext cx="1240972" cy="461665"/>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Documentation and presentation</a:t>
            </a:r>
          </a:p>
        </p:txBody>
      </p:sp>
      <p:sp>
        <p:nvSpPr>
          <p:cNvPr id="14" name="Rectangle: Top Corners Rounded 13">
            <a:extLst>
              <a:ext uri="{FF2B5EF4-FFF2-40B4-BE49-F238E27FC236}">
                <a16:creationId xmlns:a16="http://schemas.microsoft.com/office/drawing/2014/main" id="{F41713B1-BA6F-2514-7F42-0C96452E46A1}"/>
              </a:ext>
            </a:extLst>
          </p:cNvPr>
          <p:cNvSpPr/>
          <p:nvPr/>
        </p:nvSpPr>
        <p:spPr>
          <a:xfrm>
            <a:off x="5223734" y="4264091"/>
            <a:ext cx="2202636" cy="1302256"/>
          </a:xfrm>
          <a:prstGeom prst="round2SameRect">
            <a:avLst>
              <a:gd name="adj1" fmla="val 8000"/>
              <a:gd name="adj2" fmla="val 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nvGrpSpPr>
          <p:cNvPr id="16" name="Group 15">
            <a:extLst>
              <a:ext uri="{FF2B5EF4-FFF2-40B4-BE49-F238E27FC236}">
                <a16:creationId xmlns:a16="http://schemas.microsoft.com/office/drawing/2014/main" id="{42EFEBE9-2755-13AF-54B1-1B18A5202162}"/>
              </a:ext>
            </a:extLst>
          </p:cNvPr>
          <p:cNvGrpSpPr/>
          <p:nvPr/>
        </p:nvGrpSpPr>
        <p:grpSpPr>
          <a:xfrm>
            <a:off x="3111948" y="2177842"/>
            <a:ext cx="3926630" cy="2446697"/>
            <a:chOff x="-110619" y="1340014"/>
            <a:chExt cx="3926630" cy="2446697"/>
          </a:xfrm>
        </p:grpSpPr>
        <p:sp>
          <p:nvSpPr>
            <p:cNvPr id="17" name="Rectangle 16">
              <a:extLst>
                <a:ext uri="{FF2B5EF4-FFF2-40B4-BE49-F238E27FC236}">
                  <a16:creationId xmlns:a16="http://schemas.microsoft.com/office/drawing/2014/main" id="{A66D4AC3-28FF-ED43-B32F-94954689396D}"/>
                </a:ext>
              </a:extLst>
            </p:cNvPr>
            <p:cNvSpPr/>
            <p:nvPr/>
          </p:nvSpPr>
          <p:spPr>
            <a:xfrm>
              <a:off x="1930854" y="1395632"/>
              <a:ext cx="1885157" cy="2391079"/>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8" name="TextBox 17">
              <a:extLst>
                <a:ext uri="{FF2B5EF4-FFF2-40B4-BE49-F238E27FC236}">
                  <a16:creationId xmlns:a16="http://schemas.microsoft.com/office/drawing/2014/main" id="{EF32FA2F-DA9A-C2B0-9C6F-98BEFE958B8F}"/>
                </a:ext>
              </a:extLst>
            </p:cNvPr>
            <p:cNvSpPr txBox="1"/>
            <p:nvPr/>
          </p:nvSpPr>
          <p:spPr>
            <a:xfrm>
              <a:off x="-110619" y="1340014"/>
              <a:ext cx="1828014" cy="118965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06680" tIns="106680" rIns="106680" bIns="0" numCol="1" spcCol="1270" anchor="t" anchorCtr="0">
              <a:noAutofit/>
            </a:bodyPr>
            <a:lstStyle/>
            <a:p>
              <a:pPr marL="0" lvl="0" indent="0" algn="just" defTabSz="666750">
                <a:lnSpc>
                  <a:spcPct val="90000"/>
                </a:lnSpc>
                <a:spcBef>
                  <a:spcPct val="0"/>
                </a:spcBef>
                <a:spcAft>
                  <a:spcPct val="35000"/>
                </a:spcAft>
                <a:buNone/>
              </a:pPr>
              <a:r>
                <a:rPr lang="en-US" sz="1000" b="0" i="0" u="none" kern="1200" dirty="0">
                  <a:latin typeface="Times New Roman" panose="02020603050405020304" pitchFamily="18" charset="0"/>
                  <a:cs typeface="Times New Roman" panose="02020603050405020304" pitchFamily="18" charset="0"/>
                </a:rPr>
                <a:t>The dataset used for this project was sourced from Kaggle, titled “Indian Election Dataset” by Nanadan Pandey.</a:t>
              </a:r>
            </a:p>
            <a:p>
              <a:pPr marL="0" lvl="0" indent="0" algn="just" defTabSz="666750">
                <a:lnSpc>
                  <a:spcPct val="90000"/>
                </a:lnSpc>
                <a:spcBef>
                  <a:spcPct val="0"/>
                </a:spcBef>
                <a:spcAft>
                  <a:spcPct val="35000"/>
                </a:spcAft>
                <a:buNone/>
              </a:pPr>
              <a:r>
                <a:rPr lang="en-US" sz="1000" b="0" i="0" u="none" kern="1200" dirty="0">
                  <a:latin typeface="Times New Roman" panose="02020603050405020304" pitchFamily="18" charset="0"/>
                  <a:cs typeface="Times New Roman" panose="02020603050405020304" pitchFamily="18" charset="0"/>
                </a:rPr>
                <a:t>This dataset contains detailed candidate-level election data for the Lok Sabha elections</a:t>
              </a:r>
              <a:r>
                <a:rPr lang="en-US" sz="1000" b="0" i="0" u="none" kern="1200" dirty="0"/>
                <a:t>.</a:t>
              </a:r>
              <a:endParaRPr lang="en-US" sz="1000" kern="1200" dirty="0">
                <a:latin typeface="Times New Roman" panose="02020603050405020304" pitchFamily="18" charset="0"/>
                <a:cs typeface="Times New Roman" panose="02020603050405020304" pitchFamily="18" charset="0"/>
              </a:endParaRPr>
            </a:p>
          </p:txBody>
        </p:sp>
      </p:grpSp>
      <p:sp>
        <p:nvSpPr>
          <p:cNvPr id="19" name="TextBox 18">
            <a:extLst>
              <a:ext uri="{FF2B5EF4-FFF2-40B4-BE49-F238E27FC236}">
                <a16:creationId xmlns:a16="http://schemas.microsoft.com/office/drawing/2014/main" id="{575A33CE-07E5-AACD-8128-670D3422343E}"/>
              </a:ext>
            </a:extLst>
          </p:cNvPr>
          <p:cNvSpPr txBox="1"/>
          <p:nvPr/>
        </p:nvSpPr>
        <p:spPr>
          <a:xfrm>
            <a:off x="5376095" y="3550936"/>
            <a:ext cx="1378904" cy="276999"/>
          </a:xfrm>
          <a:prstGeom prst="rect">
            <a:avLst/>
          </a:prstGeom>
          <a:noFill/>
        </p:spPr>
        <p:txBody>
          <a:bodyPr wrap="none" rtlCol="0">
            <a:spAutoFit/>
          </a:bodyPr>
          <a:lstStyle/>
          <a:p>
            <a:r>
              <a:rPr lang="en-US" sz="1200" dirty="0">
                <a:solidFill>
                  <a:schemeClr val="bg1"/>
                </a:solidFill>
                <a:latin typeface="Times New Roman" panose="02020603050405020304" pitchFamily="18" charset="0"/>
                <a:cs typeface="Times New Roman" panose="02020603050405020304" pitchFamily="18" charset="0"/>
              </a:rPr>
              <a:t>Data Preprocessing</a:t>
            </a:r>
          </a:p>
        </p:txBody>
      </p:sp>
      <p:sp>
        <p:nvSpPr>
          <p:cNvPr id="20" name="TextBox 19">
            <a:extLst>
              <a:ext uri="{FF2B5EF4-FFF2-40B4-BE49-F238E27FC236}">
                <a16:creationId xmlns:a16="http://schemas.microsoft.com/office/drawing/2014/main" id="{955EF9FA-5AA8-4843-D8E0-A8B71E435A05}"/>
              </a:ext>
            </a:extLst>
          </p:cNvPr>
          <p:cNvSpPr txBox="1"/>
          <p:nvPr/>
        </p:nvSpPr>
        <p:spPr>
          <a:xfrm>
            <a:off x="5195807" y="2177842"/>
            <a:ext cx="1828014" cy="118965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06680" tIns="106680" rIns="106680" bIns="0" numCol="1" spcCol="1270" anchor="t" anchorCtr="0">
            <a:noAutofit/>
          </a:bodyPr>
          <a:lstStyle/>
          <a:p>
            <a:pPr marL="0" lvl="0" indent="0" algn="just" defTabSz="666750">
              <a:lnSpc>
                <a:spcPct val="90000"/>
              </a:lnSpc>
              <a:spcBef>
                <a:spcPct val="0"/>
              </a:spcBef>
              <a:spcAft>
                <a:spcPct val="35000"/>
              </a:spcAft>
              <a:buNone/>
            </a:pPr>
            <a:r>
              <a:rPr lang="en-US" sz="1000" b="0" i="0" u="none" kern="1200" dirty="0">
                <a:latin typeface="Times New Roman" panose="02020603050405020304" pitchFamily="18" charset="0"/>
                <a:cs typeface="Times New Roman" panose="02020603050405020304" pitchFamily="18" charset="0"/>
              </a:rPr>
              <a:t>Before creating dashboard, raw data is converted into analysis ready format by handling null values , identifying duplicate columns , correcting data types of features and custom column creation</a:t>
            </a:r>
            <a:endParaRPr lang="en-US" sz="1000" kern="1200" dirty="0">
              <a:latin typeface="Times New Roman" panose="02020603050405020304" pitchFamily="18" charset="0"/>
              <a:cs typeface="Times New Roman" panose="02020603050405020304" pitchFamily="18" charset="0"/>
            </a:endParaRPr>
          </a:p>
        </p:txBody>
      </p:sp>
      <p:grpSp>
        <p:nvGrpSpPr>
          <p:cNvPr id="24" name="Group 23">
            <a:extLst>
              <a:ext uri="{FF2B5EF4-FFF2-40B4-BE49-F238E27FC236}">
                <a16:creationId xmlns:a16="http://schemas.microsoft.com/office/drawing/2014/main" id="{403A07C0-177A-8508-C920-66B6CDF899A3}"/>
              </a:ext>
            </a:extLst>
          </p:cNvPr>
          <p:cNvGrpSpPr/>
          <p:nvPr/>
        </p:nvGrpSpPr>
        <p:grpSpPr>
          <a:xfrm>
            <a:off x="2299622" y="3880926"/>
            <a:ext cx="2630201" cy="2539616"/>
            <a:chOff x="6125017" y="1470834"/>
            <a:chExt cx="2630201" cy="2539616"/>
          </a:xfrm>
        </p:grpSpPr>
        <p:sp>
          <p:nvSpPr>
            <p:cNvPr id="25" name="Rectangle 24">
              <a:extLst>
                <a:ext uri="{FF2B5EF4-FFF2-40B4-BE49-F238E27FC236}">
                  <a16:creationId xmlns:a16="http://schemas.microsoft.com/office/drawing/2014/main" id="{3C61C6A4-5543-55E2-9A94-FBBA0D722B29}"/>
                </a:ext>
              </a:extLst>
            </p:cNvPr>
            <p:cNvSpPr/>
            <p:nvPr/>
          </p:nvSpPr>
          <p:spPr>
            <a:xfrm>
              <a:off x="6125017" y="1470834"/>
              <a:ext cx="1885157" cy="2539616"/>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6" name="TextBox 25">
              <a:extLst>
                <a:ext uri="{FF2B5EF4-FFF2-40B4-BE49-F238E27FC236}">
                  <a16:creationId xmlns:a16="http://schemas.microsoft.com/office/drawing/2014/main" id="{EE2D8478-2D41-9011-1C8C-2B24D4B2C3EF}"/>
                </a:ext>
              </a:extLst>
            </p:cNvPr>
            <p:cNvSpPr txBox="1"/>
            <p:nvPr/>
          </p:nvSpPr>
          <p:spPr>
            <a:xfrm>
              <a:off x="6971134" y="1870185"/>
              <a:ext cx="1784084" cy="1189652"/>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06680" tIns="106680" rIns="106680" bIns="0" numCol="1" spcCol="1270" anchor="t" anchorCtr="0">
              <a:noAutofit/>
            </a:bodyPr>
            <a:lstStyle/>
            <a:p>
              <a:pPr marL="0" lvl="0" indent="0" algn="just" defTabSz="666750">
                <a:lnSpc>
                  <a:spcPct val="90000"/>
                </a:lnSpc>
                <a:spcBef>
                  <a:spcPct val="0"/>
                </a:spcBef>
                <a:spcAft>
                  <a:spcPct val="35000"/>
                </a:spcAft>
                <a:buNone/>
              </a:pPr>
              <a:r>
                <a:rPr lang="en-US" sz="1000" b="0" i="0" u="none" kern="1200" dirty="0">
                  <a:latin typeface="Times New Roman" panose="02020603050405020304" pitchFamily="18" charset="0"/>
                  <a:cs typeface="Times New Roman" panose="02020603050405020304" pitchFamily="18" charset="0"/>
                </a:rPr>
                <a:t>Created a simple and elegant dashboard using different visuals  to understand election data from multiple perspectives.</a:t>
              </a:r>
            </a:p>
            <a:p>
              <a:pPr marL="0" lvl="0" indent="0" algn="just" defTabSz="666750">
                <a:lnSpc>
                  <a:spcPct val="90000"/>
                </a:lnSpc>
                <a:spcBef>
                  <a:spcPct val="0"/>
                </a:spcBef>
                <a:spcAft>
                  <a:spcPct val="35000"/>
                </a:spcAft>
                <a:buNone/>
              </a:pPr>
              <a:r>
                <a:rPr lang="en-US" sz="1000" b="0" i="0" u="none" kern="1200" dirty="0">
                  <a:latin typeface="Times New Roman" panose="02020603050405020304" pitchFamily="18" charset="0"/>
                  <a:cs typeface="Times New Roman" panose="02020603050405020304" pitchFamily="18" charset="0"/>
                </a:rPr>
                <a:t>Created DAX measures like victory margin %, winner strength %</a:t>
              </a:r>
            </a:p>
            <a:p>
              <a:pPr marL="0" lvl="0" indent="0" algn="ctr" defTabSz="666750">
                <a:lnSpc>
                  <a:spcPct val="90000"/>
                </a:lnSpc>
                <a:spcBef>
                  <a:spcPct val="0"/>
                </a:spcBef>
                <a:spcAft>
                  <a:spcPct val="35000"/>
                </a:spcAft>
                <a:buNone/>
              </a:pPr>
              <a:endParaRPr lang="en-US" sz="1500" kern="1200" dirty="0">
                <a:latin typeface="Times New Roman" panose="02020603050405020304" pitchFamily="18" charset="0"/>
                <a:cs typeface="Times New Roman" panose="02020603050405020304" pitchFamily="18" charset="0"/>
              </a:endParaRPr>
            </a:p>
          </p:txBody>
        </p:sp>
      </p:grpSp>
      <p:sp>
        <p:nvSpPr>
          <p:cNvPr id="27" name="TextBox 26">
            <a:extLst>
              <a:ext uri="{FF2B5EF4-FFF2-40B4-BE49-F238E27FC236}">
                <a16:creationId xmlns:a16="http://schemas.microsoft.com/office/drawing/2014/main" id="{372EE8D5-5A7C-6FA8-0791-6EFEF982702B}"/>
              </a:ext>
            </a:extLst>
          </p:cNvPr>
          <p:cNvSpPr txBox="1"/>
          <p:nvPr/>
        </p:nvSpPr>
        <p:spPr>
          <a:xfrm>
            <a:off x="5233863" y="4339254"/>
            <a:ext cx="2202636" cy="1107996"/>
          </a:xfrm>
          <a:prstGeom prst="rect">
            <a:avLst/>
          </a:prstGeom>
          <a:noFill/>
        </p:spPr>
        <p:txBody>
          <a:bodyPr wrap="square" rtlCol="0">
            <a:spAutoFit/>
          </a:bodyPr>
          <a:lstStyle/>
          <a:p>
            <a:pPr algn="just"/>
            <a:r>
              <a:rPr lang="en-US" sz="1100" dirty="0">
                <a:latin typeface="Times New Roman" panose="02020603050405020304" pitchFamily="18" charset="0"/>
                <a:cs typeface="Times New Roman" panose="02020603050405020304" pitchFamily="18" charset="0"/>
              </a:rPr>
              <a:t>After building the dashboard and analyzing insights, we documented the complete project including methodology, calculations, and findings, and prepared a structured presentation for demonstration.</a:t>
            </a:r>
          </a:p>
        </p:txBody>
      </p:sp>
      <p:sp>
        <p:nvSpPr>
          <p:cNvPr id="28" name="TextBox 27">
            <a:extLst>
              <a:ext uri="{FF2B5EF4-FFF2-40B4-BE49-F238E27FC236}">
                <a16:creationId xmlns:a16="http://schemas.microsoft.com/office/drawing/2014/main" id="{C5F3A50D-23B3-04B0-E162-1B9CB00B383C}"/>
              </a:ext>
            </a:extLst>
          </p:cNvPr>
          <p:cNvSpPr txBox="1"/>
          <p:nvPr/>
        </p:nvSpPr>
        <p:spPr>
          <a:xfrm>
            <a:off x="1143475" y="4270946"/>
            <a:ext cx="1555991" cy="1169551"/>
          </a:xfrm>
          <a:prstGeom prst="rect">
            <a:avLst/>
          </a:prstGeom>
          <a:noFill/>
        </p:spPr>
        <p:txBody>
          <a:bodyPr wrap="square" rtlCol="0">
            <a:spAutoFit/>
          </a:bodyPr>
          <a:lstStyle/>
          <a:p>
            <a:pPr algn="just"/>
            <a:r>
              <a:rPr lang="en-US" sz="1000" dirty="0">
                <a:latin typeface="Times New Roman" panose="02020603050405020304" pitchFamily="18" charset="0"/>
                <a:cs typeface="Times New Roman" panose="02020603050405020304" pitchFamily="18" charset="0"/>
              </a:rPr>
              <a:t>Grouped the data by constituency and year to find maximum votes. Then  merged that table with main table  to create custom  winner column using conditional logic.</a:t>
            </a:r>
          </a:p>
        </p:txBody>
      </p:sp>
    </p:spTree>
    <p:extLst>
      <p:ext uri="{BB962C8B-B14F-4D97-AF65-F5344CB8AC3E}">
        <p14:creationId xmlns:p14="http://schemas.microsoft.com/office/powerpoint/2010/main" val="1934908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9878EAA9-098A-2914-0D20-05C9372562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0341" y="1114424"/>
            <a:ext cx="4438933" cy="252412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id="{774B9006-35A2-B2AB-EDA5-1C745BDC6425}"/>
              </a:ext>
            </a:extLst>
          </p:cNvPr>
          <p:cNvSpPr txBox="1">
            <a:spLocks/>
          </p:cNvSpPr>
          <p:nvPr/>
        </p:nvSpPr>
        <p:spPr>
          <a:xfrm>
            <a:off x="1097280" y="286603"/>
            <a:ext cx="10058400" cy="701215"/>
          </a:xfrm>
          <a:prstGeom prst="rect">
            <a:avLst/>
          </a:prstGeom>
        </p:spPr>
        <p:txBody>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r>
              <a:rPr lang="en-US" dirty="0">
                <a:latin typeface="Times New Roman" panose="02020603050405020304" pitchFamily="18" charset="0"/>
                <a:cs typeface="Times New Roman" panose="02020603050405020304" pitchFamily="18" charset="0"/>
              </a:rPr>
              <a:t>DASHBOARD</a:t>
            </a:r>
          </a:p>
        </p:txBody>
      </p:sp>
      <p:pic>
        <p:nvPicPr>
          <p:cNvPr id="3" name="Picture 2">
            <a:extLst>
              <a:ext uri="{FF2B5EF4-FFF2-40B4-BE49-F238E27FC236}">
                <a16:creationId xmlns:a16="http://schemas.microsoft.com/office/drawing/2014/main" id="{263AF2AE-7D5E-D719-9E95-6599E5DD27C2}"/>
              </a:ext>
            </a:extLst>
          </p:cNvPr>
          <p:cNvPicPr>
            <a:picLocks noChangeAspect="1"/>
          </p:cNvPicPr>
          <p:nvPr/>
        </p:nvPicPr>
        <p:blipFill>
          <a:blip r:embed="rId3"/>
          <a:stretch>
            <a:fillRect/>
          </a:stretch>
        </p:blipFill>
        <p:spPr>
          <a:xfrm>
            <a:off x="6090869" y="1114424"/>
            <a:ext cx="4844100" cy="2524125"/>
          </a:xfrm>
          <a:prstGeom prst="rect">
            <a:avLst/>
          </a:prstGeom>
          <a:ln>
            <a:solidFill>
              <a:schemeClr val="tx1"/>
            </a:solidFill>
          </a:ln>
        </p:spPr>
      </p:pic>
      <p:pic>
        <p:nvPicPr>
          <p:cNvPr id="10" name="Picture 9">
            <a:extLst>
              <a:ext uri="{FF2B5EF4-FFF2-40B4-BE49-F238E27FC236}">
                <a16:creationId xmlns:a16="http://schemas.microsoft.com/office/drawing/2014/main" id="{EEC601E3-9CF4-DFD6-34AE-0B22DB95A7E5}"/>
              </a:ext>
            </a:extLst>
          </p:cNvPr>
          <p:cNvPicPr>
            <a:picLocks noChangeAspect="1"/>
          </p:cNvPicPr>
          <p:nvPr/>
        </p:nvPicPr>
        <p:blipFill>
          <a:blip r:embed="rId4"/>
          <a:stretch>
            <a:fillRect/>
          </a:stretch>
        </p:blipFill>
        <p:spPr>
          <a:xfrm>
            <a:off x="1190340" y="3722293"/>
            <a:ext cx="4438933" cy="2573730"/>
          </a:xfrm>
          <a:prstGeom prst="rect">
            <a:avLst/>
          </a:prstGeom>
          <a:ln>
            <a:solidFill>
              <a:schemeClr val="tx1"/>
            </a:solidFill>
          </a:ln>
        </p:spPr>
      </p:pic>
      <p:pic>
        <p:nvPicPr>
          <p:cNvPr id="12" name="Picture 11">
            <a:extLst>
              <a:ext uri="{FF2B5EF4-FFF2-40B4-BE49-F238E27FC236}">
                <a16:creationId xmlns:a16="http://schemas.microsoft.com/office/drawing/2014/main" id="{5F47319D-254A-82F9-4289-828CF57E5ACC}"/>
              </a:ext>
            </a:extLst>
          </p:cNvPr>
          <p:cNvPicPr>
            <a:picLocks noChangeAspect="1"/>
          </p:cNvPicPr>
          <p:nvPr/>
        </p:nvPicPr>
        <p:blipFill>
          <a:blip r:embed="rId5"/>
          <a:stretch>
            <a:fillRect/>
          </a:stretch>
        </p:blipFill>
        <p:spPr>
          <a:xfrm>
            <a:off x="6090868" y="3722293"/>
            <a:ext cx="4844100" cy="2573730"/>
          </a:xfrm>
          <a:prstGeom prst="rect">
            <a:avLst/>
          </a:prstGeom>
          <a:ln>
            <a:solidFill>
              <a:schemeClr val="tx1"/>
            </a:solidFill>
          </a:ln>
        </p:spPr>
      </p:pic>
    </p:spTree>
    <p:extLst>
      <p:ext uri="{BB962C8B-B14F-4D97-AF65-F5344CB8AC3E}">
        <p14:creationId xmlns:p14="http://schemas.microsoft.com/office/powerpoint/2010/main" val="702570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7E3D8-95B6-33DB-0003-9EE46425DC5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C9210D7-101F-085C-D3BB-6D95637FEE1F}"/>
              </a:ext>
            </a:extLst>
          </p:cNvPr>
          <p:cNvPicPr>
            <a:picLocks noChangeAspect="1"/>
          </p:cNvPicPr>
          <p:nvPr/>
        </p:nvPicPr>
        <p:blipFill>
          <a:blip r:embed="rId2"/>
          <a:stretch>
            <a:fillRect/>
          </a:stretch>
        </p:blipFill>
        <p:spPr>
          <a:xfrm>
            <a:off x="1254579" y="419099"/>
            <a:ext cx="4745522" cy="2719873"/>
          </a:xfrm>
          <a:prstGeom prst="rect">
            <a:avLst/>
          </a:prstGeom>
          <a:ln>
            <a:solidFill>
              <a:schemeClr val="tx1"/>
            </a:solidFill>
          </a:ln>
        </p:spPr>
      </p:pic>
      <p:pic>
        <p:nvPicPr>
          <p:cNvPr id="9" name="Picture 8">
            <a:extLst>
              <a:ext uri="{FF2B5EF4-FFF2-40B4-BE49-F238E27FC236}">
                <a16:creationId xmlns:a16="http://schemas.microsoft.com/office/drawing/2014/main" id="{0A1D124A-62A4-AEC4-B04A-2C1DD1DE6959}"/>
              </a:ext>
            </a:extLst>
          </p:cNvPr>
          <p:cNvPicPr>
            <a:picLocks noChangeAspect="1"/>
          </p:cNvPicPr>
          <p:nvPr/>
        </p:nvPicPr>
        <p:blipFill>
          <a:blip r:embed="rId3"/>
          <a:stretch>
            <a:fillRect/>
          </a:stretch>
        </p:blipFill>
        <p:spPr>
          <a:xfrm>
            <a:off x="1254578" y="3295650"/>
            <a:ext cx="4745523" cy="2895600"/>
          </a:xfrm>
          <a:prstGeom prst="rect">
            <a:avLst/>
          </a:prstGeom>
          <a:ln>
            <a:solidFill>
              <a:schemeClr val="tx1"/>
            </a:solidFill>
          </a:ln>
        </p:spPr>
      </p:pic>
      <p:pic>
        <p:nvPicPr>
          <p:cNvPr id="11" name="Picture 10">
            <a:extLst>
              <a:ext uri="{FF2B5EF4-FFF2-40B4-BE49-F238E27FC236}">
                <a16:creationId xmlns:a16="http://schemas.microsoft.com/office/drawing/2014/main" id="{A6BC9CC3-C423-8241-EA53-B3DC1A8F653C}"/>
              </a:ext>
            </a:extLst>
          </p:cNvPr>
          <p:cNvPicPr>
            <a:picLocks noChangeAspect="1"/>
          </p:cNvPicPr>
          <p:nvPr/>
        </p:nvPicPr>
        <p:blipFill>
          <a:blip r:embed="rId4"/>
          <a:stretch>
            <a:fillRect/>
          </a:stretch>
        </p:blipFill>
        <p:spPr>
          <a:xfrm>
            <a:off x="6410322" y="419098"/>
            <a:ext cx="4410075" cy="2719873"/>
          </a:xfrm>
          <a:prstGeom prst="rect">
            <a:avLst/>
          </a:prstGeom>
          <a:ln>
            <a:solidFill>
              <a:schemeClr val="tx1"/>
            </a:solidFill>
          </a:ln>
        </p:spPr>
      </p:pic>
      <p:pic>
        <p:nvPicPr>
          <p:cNvPr id="13" name="Picture 12">
            <a:extLst>
              <a:ext uri="{FF2B5EF4-FFF2-40B4-BE49-F238E27FC236}">
                <a16:creationId xmlns:a16="http://schemas.microsoft.com/office/drawing/2014/main" id="{F940A2A9-F237-4BBB-05A0-E5BD68321BD0}"/>
              </a:ext>
            </a:extLst>
          </p:cNvPr>
          <p:cNvPicPr>
            <a:picLocks noChangeAspect="1"/>
          </p:cNvPicPr>
          <p:nvPr/>
        </p:nvPicPr>
        <p:blipFill>
          <a:blip r:embed="rId5"/>
          <a:stretch>
            <a:fillRect/>
          </a:stretch>
        </p:blipFill>
        <p:spPr>
          <a:xfrm>
            <a:off x="6410321" y="3295650"/>
            <a:ext cx="4410075" cy="2895600"/>
          </a:xfrm>
          <a:prstGeom prst="rect">
            <a:avLst/>
          </a:prstGeom>
        </p:spPr>
      </p:pic>
    </p:spTree>
    <p:extLst>
      <p:ext uri="{BB962C8B-B14F-4D97-AF65-F5344CB8AC3E}">
        <p14:creationId xmlns:p14="http://schemas.microsoft.com/office/powerpoint/2010/main" val="3429359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F7D9E-D65C-FC8F-2C61-1CF90EB343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CCC12-49E2-B1C0-4B70-C567EF5AC9F8}"/>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KEY INSIGHTS</a:t>
            </a:r>
          </a:p>
        </p:txBody>
      </p:sp>
      <p:graphicFrame>
        <p:nvGraphicFramePr>
          <p:cNvPr id="6" name="Content Placeholder 5">
            <a:extLst>
              <a:ext uri="{FF2B5EF4-FFF2-40B4-BE49-F238E27FC236}">
                <a16:creationId xmlns:a16="http://schemas.microsoft.com/office/drawing/2014/main" id="{8638CC56-3678-8312-E0E4-36CB796709F0}"/>
              </a:ext>
            </a:extLst>
          </p:cNvPr>
          <p:cNvGraphicFramePr>
            <a:graphicFrameLocks noGrp="1"/>
          </p:cNvGraphicFramePr>
          <p:nvPr>
            <p:ph idx="1"/>
            <p:extLst>
              <p:ext uri="{D42A27DB-BD31-4B8C-83A1-F6EECF244321}">
                <p14:modId xmlns:p14="http://schemas.microsoft.com/office/powerpoint/2010/main" val="462169673"/>
              </p:ext>
            </p:extLst>
          </p:nvPr>
        </p:nvGraphicFramePr>
        <p:xfrm>
          <a:off x="1096963" y="2108199"/>
          <a:ext cx="10058400" cy="41806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58743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7DD88-1A46-5E05-7D70-2C82AE888A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316566-4C5C-D41A-F189-C84DA98457FA}"/>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FUTURE ENHANCEMENT</a:t>
            </a:r>
          </a:p>
        </p:txBody>
      </p:sp>
      <p:graphicFrame>
        <p:nvGraphicFramePr>
          <p:cNvPr id="6" name="Content Placeholder 5">
            <a:extLst>
              <a:ext uri="{FF2B5EF4-FFF2-40B4-BE49-F238E27FC236}">
                <a16:creationId xmlns:a16="http://schemas.microsoft.com/office/drawing/2014/main" id="{3F41F85F-EB9B-FC00-A1B4-816F624BB622}"/>
              </a:ext>
            </a:extLst>
          </p:cNvPr>
          <p:cNvGraphicFramePr>
            <a:graphicFrameLocks noGrp="1"/>
          </p:cNvGraphicFramePr>
          <p:nvPr>
            <p:ph idx="1"/>
            <p:extLst>
              <p:ext uri="{D42A27DB-BD31-4B8C-83A1-F6EECF244321}">
                <p14:modId xmlns:p14="http://schemas.microsoft.com/office/powerpoint/2010/main" val="4222807340"/>
              </p:ext>
            </p:extLst>
          </p:nvPr>
        </p:nvGraphicFramePr>
        <p:xfrm>
          <a:off x="1096963" y="2108200"/>
          <a:ext cx="10058400" cy="37607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48180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5A914-CCC8-F81C-B97E-EF962D61EBB0}"/>
              </a:ext>
            </a:extLst>
          </p:cNvPr>
          <p:cNvSpPr>
            <a:spLocks noGrp="1"/>
          </p:cNvSpPr>
          <p:nvPr>
            <p:ph type="title"/>
          </p:nvPr>
        </p:nvSpPr>
        <p:spPr/>
        <p:txBody>
          <a:bodyPr>
            <a:normAutofit/>
          </a:bodyPr>
          <a:lstStyle/>
          <a:p>
            <a:pPr algn="ctr"/>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2EE6DFFB-7AB7-FC1D-22CE-C429A45FCC50}"/>
              </a:ext>
            </a:extLst>
          </p:cNvPr>
          <p:cNvSpPr>
            <a:spLocks noGrp="1"/>
          </p:cNvSpPr>
          <p:nvPr>
            <p:ph idx="1"/>
          </p:nvPr>
        </p:nvSpPr>
        <p:spPr>
          <a:xfrm>
            <a:off x="1097280" y="2024225"/>
            <a:ext cx="10146108" cy="4245946"/>
          </a:xfrm>
        </p:spPr>
        <p:txBody>
          <a:bodyPr>
            <a:normAutofit fontScale="85000" lnSpcReduction="20000"/>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This project analyzed Indian national-level election data to understand voting patterns, candidate performance, party dominance, gender participation, and electoral competitiveness across multiple years and states. Since Indian elections involve thousands of candidates and millions of voters, analyzing such data helps convert a complex democratic process into meaningful insights.</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Through effective data preprocessing, calculated measures, and interactive dashboards, raw election data was transformed into clear and actionable visual stories. The dashboards highlight how votes translate into seats under the First-Past-The-Post system, how competitive elections are across years, how victory margins differ, and how candidate and gender representation has evolved over time.</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project also demonstrates the importance of choosing correct metrics and visuals to avoid misleading interpretations, especially when dealing with large-scale public data. By using slicers and filters, users can explore insights at state, party, year, and candidate levels, making the analysis flexible and user-friendly.</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Overall, this project shows how data analytics and visualization tools like Power BI can support transparency, better understanding of electoral outcomes, and informed discussions about democracy. It successfully bridges the gap between raw election data and meaningful insights, making complex election trends easy to understand for both technical and non-technical audiences.</a:t>
            </a:r>
          </a:p>
          <a:p>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857511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3D806-06DF-34C3-EFB7-4F39705E7B9D}"/>
              </a:ext>
            </a:extLst>
          </p:cNvPr>
          <p:cNvSpPr txBox="1">
            <a:spLocks/>
          </p:cNvSpPr>
          <p:nvPr/>
        </p:nvSpPr>
        <p:spPr>
          <a:xfrm>
            <a:off x="1066800" y="407745"/>
            <a:ext cx="10058400" cy="730434"/>
          </a:xfrm>
          <a:prstGeom prst="rect">
            <a:avLst/>
          </a:prstGeom>
        </p:spPr>
        <p:txBody>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pPr algn="ctr"/>
            <a:r>
              <a:rPr lang="en-US" dirty="0">
                <a:latin typeface="Times New Roman" panose="02020603050405020304" pitchFamily="18" charset="0"/>
                <a:cs typeface="Times New Roman" panose="02020603050405020304" pitchFamily="18" charset="0"/>
              </a:rPr>
              <a:t>ACKNOWLEDGMENT</a:t>
            </a:r>
          </a:p>
          <a:p>
            <a:pPr algn="ctr"/>
            <a:endParaRPr lang="en-US" dirty="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280CAF3F-6ACA-CC01-224B-484115256AC5}"/>
              </a:ext>
            </a:extLst>
          </p:cNvPr>
          <p:cNvSpPr txBox="1">
            <a:spLocks/>
          </p:cNvSpPr>
          <p:nvPr/>
        </p:nvSpPr>
        <p:spPr>
          <a:xfrm>
            <a:off x="746447" y="3429000"/>
            <a:ext cx="9578807" cy="739763"/>
          </a:xfrm>
          <a:prstGeom prst="rect">
            <a:avLst/>
          </a:prstGeom>
        </p:spPr>
        <p:txBody>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pPr algn="ctr"/>
            <a:r>
              <a:rPr lang="en-US" dirty="0">
                <a:latin typeface="Times New Roman" panose="02020603050405020304" pitchFamily="18" charset="0"/>
                <a:cs typeface="Times New Roman" panose="02020603050405020304" pitchFamily="18" charset="0"/>
              </a:rPr>
              <a:t>REFERENCES</a:t>
            </a:r>
          </a:p>
        </p:txBody>
      </p:sp>
      <p:sp>
        <p:nvSpPr>
          <p:cNvPr id="5" name="TextBox 4">
            <a:extLst>
              <a:ext uri="{FF2B5EF4-FFF2-40B4-BE49-F238E27FC236}">
                <a16:creationId xmlns:a16="http://schemas.microsoft.com/office/drawing/2014/main" id="{B952F6B9-3953-231D-B789-8514DF7DF065}"/>
              </a:ext>
            </a:extLst>
          </p:cNvPr>
          <p:cNvSpPr txBox="1"/>
          <p:nvPr/>
        </p:nvSpPr>
        <p:spPr>
          <a:xfrm>
            <a:off x="522513" y="1260487"/>
            <a:ext cx="10954139" cy="1785104"/>
          </a:xfrm>
          <a:prstGeom prst="rect">
            <a:avLst/>
          </a:prstGeom>
          <a:noFill/>
        </p:spPr>
        <p:txBody>
          <a:bodyPr wrap="square" rtlCol="0">
            <a:spAutoFit/>
          </a:bodyPr>
          <a:lstStyle/>
          <a:p>
            <a:pPr>
              <a:spcBef>
                <a:spcPts val="600"/>
              </a:spcBef>
            </a:pPr>
            <a:r>
              <a:rPr lang="en-US" dirty="0">
                <a:latin typeface="Times New Roman" panose="02020603050405020304" pitchFamily="18" charset="0"/>
                <a:cs typeface="Times New Roman" panose="02020603050405020304" pitchFamily="18" charset="0"/>
              </a:rPr>
              <a:t>We would like to express our heartfelt gratitude to :</a:t>
            </a:r>
          </a:p>
          <a:p>
            <a:pPr>
              <a:lnSpc>
                <a:spcPct val="100000"/>
              </a:lnSpc>
              <a:spcBef>
                <a:spcPts val="600"/>
              </a:spcBef>
            </a:pPr>
            <a:r>
              <a:rPr lang="en-US" dirty="0">
                <a:latin typeface="Times New Roman" panose="02020603050405020304" pitchFamily="18" charset="0"/>
                <a:cs typeface="Times New Roman" panose="02020603050405020304" pitchFamily="18" charset="0"/>
              </a:rPr>
              <a:t>Infosys Springboard Team - for organizing this valuable internship opportunity.</a:t>
            </a:r>
          </a:p>
          <a:p>
            <a:pPr>
              <a:lnSpc>
                <a:spcPct val="100000"/>
              </a:lnSpc>
              <a:spcBef>
                <a:spcPts val="600"/>
              </a:spcBef>
            </a:pPr>
            <a:r>
              <a:rPr lang="en-US" dirty="0">
                <a:latin typeface="Times New Roman" panose="02020603050405020304" pitchFamily="18" charset="0"/>
                <a:cs typeface="Times New Roman" panose="02020603050405020304" pitchFamily="18" charset="0"/>
              </a:rPr>
              <a:t>Our Mentor - for her continuous support and feedback.</a:t>
            </a:r>
          </a:p>
          <a:p>
            <a:pPr>
              <a:lnSpc>
                <a:spcPct val="100000"/>
              </a:lnSpc>
              <a:spcBef>
                <a:spcPts val="600"/>
              </a:spcBef>
            </a:pPr>
            <a:r>
              <a:rPr lang="en-US" dirty="0">
                <a:latin typeface="Times New Roman" panose="02020603050405020304" pitchFamily="18" charset="0"/>
                <a:cs typeface="Times New Roman" panose="02020603050405020304" pitchFamily="18" charset="0"/>
              </a:rPr>
              <a:t>My Teammates - for collaboration, encouragement, and insights</a:t>
            </a:r>
          </a:p>
          <a:p>
            <a:pPr>
              <a:spcBef>
                <a:spcPts val="600"/>
              </a:spcBef>
            </a:pPr>
            <a:r>
              <a:rPr lang="en-US" dirty="0">
                <a:latin typeface="Times New Roman" panose="02020603050405020304" pitchFamily="18" charset="0"/>
                <a:cs typeface="Times New Roman" panose="02020603050405020304" pitchFamily="18" charset="0"/>
              </a:rPr>
              <a:t>This internship has been a significant step in our professional growth and technical journey.</a:t>
            </a:r>
          </a:p>
        </p:txBody>
      </p:sp>
      <p:sp>
        <p:nvSpPr>
          <p:cNvPr id="6" name="TextBox 5">
            <a:extLst>
              <a:ext uri="{FF2B5EF4-FFF2-40B4-BE49-F238E27FC236}">
                <a16:creationId xmlns:a16="http://schemas.microsoft.com/office/drawing/2014/main" id="{5EA2353C-E33B-4618-1D16-4D41B85058C2}"/>
              </a:ext>
            </a:extLst>
          </p:cNvPr>
          <p:cNvSpPr txBox="1"/>
          <p:nvPr/>
        </p:nvSpPr>
        <p:spPr>
          <a:xfrm>
            <a:off x="522514" y="4413379"/>
            <a:ext cx="10954139" cy="1077218"/>
          </a:xfrm>
          <a:prstGeom prst="rect">
            <a:avLst/>
          </a:prstGeom>
          <a:noFill/>
        </p:spPr>
        <p:txBody>
          <a:bodyPr wrap="square" rtlCol="0">
            <a:spAutoFit/>
          </a:bodyPr>
          <a:lstStyle/>
          <a:p>
            <a:pPr fontAlgn="base">
              <a:spcBef>
                <a:spcPts val="600"/>
              </a:spcBef>
              <a:buFont typeface="Arial" panose="020B0604020202020204" pitchFamily="34" charset="0"/>
              <a:buChar char="•"/>
            </a:pPr>
            <a:r>
              <a:rPr lang="en-US" dirty="0">
                <a:solidFill>
                  <a:srgbClr val="0A0A0A"/>
                </a:solidFill>
                <a:latin typeface="Times New Roman" panose="02020603050405020304" pitchFamily="18" charset="0"/>
              </a:rPr>
              <a:t> Election Dataset(Indian Election Dataset/ Kaggle source)  </a:t>
            </a:r>
            <a:r>
              <a:rPr lang="en-US" dirty="0">
                <a:solidFill>
                  <a:srgbClr val="000000"/>
                </a:solidFill>
                <a:latin typeface="Times New Roman" panose="02020603050405020304" pitchFamily="18" charset="0"/>
              </a:rPr>
              <a:t>“Indian Election Dataset” by </a:t>
            </a:r>
            <a:r>
              <a:rPr lang="en-US" dirty="0" err="1">
                <a:solidFill>
                  <a:srgbClr val="000000"/>
                </a:solidFill>
                <a:latin typeface="Times New Roman" panose="02020603050405020304" pitchFamily="18" charset="0"/>
              </a:rPr>
              <a:t>Nanadan</a:t>
            </a:r>
            <a:r>
              <a:rPr lang="en-US" dirty="0">
                <a:solidFill>
                  <a:srgbClr val="000000"/>
                </a:solidFill>
                <a:latin typeface="Times New Roman" panose="02020603050405020304" pitchFamily="18" charset="0"/>
              </a:rPr>
              <a:t> Pandey</a:t>
            </a:r>
            <a:r>
              <a:rPr lang="en-US" dirty="0"/>
              <a:t>.</a:t>
            </a:r>
            <a:endParaRPr lang="en-US" dirty="0">
              <a:solidFill>
                <a:srgbClr val="0A0A0A"/>
              </a:solidFill>
              <a:latin typeface="Times New Roman" panose="02020603050405020304" pitchFamily="18" charset="0"/>
            </a:endParaRPr>
          </a:p>
          <a:p>
            <a:pPr fontAlgn="base">
              <a:spcBef>
                <a:spcPts val="600"/>
              </a:spcBef>
              <a:buFont typeface="Arial" panose="020B0604020202020204" pitchFamily="34" charset="0"/>
              <a:buChar char="•"/>
            </a:pPr>
            <a:r>
              <a:rPr lang="en-US" dirty="0">
                <a:solidFill>
                  <a:srgbClr val="0A0A0A"/>
                </a:solidFill>
                <a:latin typeface="Times New Roman" panose="02020603050405020304" pitchFamily="18" charset="0"/>
              </a:rPr>
              <a:t> Microsoft Power BI Documentation.</a:t>
            </a:r>
          </a:p>
          <a:p>
            <a:pPr fontAlgn="base">
              <a:spcBef>
                <a:spcPts val="600"/>
              </a:spcBef>
              <a:spcAft>
                <a:spcPts val="1200"/>
              </a:spcAft>
              <a:buFont typeface="Arial" panose="020B0604020202020204" pitchFamily="34" charset="0"/>
              <a:buChar char="•"/>
            </a:pPr>
            <a:r>
              <a:rPr lang="en-US" dirty="0">
                <a:solidFill>
                  <a:srgbClr val="0A0A0A"/>
                </a:solidFill>
                <a:latin typeface="Times New Roman" panose="02020603050405020304" pitchFamily="18" charset="0"/>
              </a:rPr>
              <a:t> Infosys Springboard Virtual Internship course materials.</a:t>
            </a:r>
          </a:p>
        </p:txBody>
      </p:sp>
    </p:spTree>
    <p:extLst>
      <p:ext uri="{BB962C8B-B14F-4D97-AF65-F5344CB8AC3E}">
        <p14:creationId xmlns:p14="http://schemas.microsoft.com/office/powerpoint/2010/main" val="3289411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CF43E-0C31-8CC8-E9F6-B06D535C3264}"/>
              </a:ext>
            </a:extLst>
          </p:cNvPr>
          <p:cNvSpPr>
            <a:spLocks noGrp="1"/>
          </p:cNvSpPr>
          <p:nvPr>
            <p:ph type="title"/>
          </p:nvPr>
        </p:nvSpPr>
        <p:spPr>
          <a:xfrm>
            <a:off x="1066800" y="2302015"/>
            <a:ext cx="10058400" cy="1450757"/>
          </a:xfrm>
        </p:spPr>
        <p:txBody>
          <a:bodyPr/>
          <a:lstStyle/>
          <a:p>
            <a:pPr algn="ctr"/>
            <a:r>
              <a:rPr lang="en-US" dirty="0">
                <a:solidFill>
                  <a:schemeClr val="accent1"/>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236831797"/>
      </p:ext>
    </p:extLst>
  </p:cSld>
  <p:clrMapOvr>
    <a:masterClrMapping/>
  </p:clrMapOvr>
</p:sld>
</file>

<file path=ppt/theme/theme1.xml><?xml version="1.0" encoding="utf-8"?>
<a:theme xmlns:a="http://schemas.openxmlformats.org/drawingml/2006/main" name="1_RetrospectVTI">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41">
    <a:dk1>
      <a:sysClr val="windowText" lastClr="000000"/>
    </a:dk1>
    <a:lt1>
      <a:sysClr val="window" lastClr="FFFFFF"/>
    </a:lt1>
    <a:dk2>
      <a:srgbClr val="39302A"/>
    </a:dk2>
    <a:lt2>
      <a:srgbClr val="E5DEDB"/>
    </a:lt2>
    <a:accent1>
      <a:srgbClr val="F36826"/>
    </a:accent1>
    <a:accent2>
      <a:srgbClr val="FB8E09"/>
    </a:accent2>
    <a:accent3>
      <a:srgbClr val="D48B32"/>
    </a:accent3>
    <a:accent4>
      <a:srgbClr val="E64823"/>
    </a:accent4>
    <a:accent5>
      <a:srgbClr val="FFCA08"/>
    </a:accent5>
    <a:accent6>
      <a:srgbClr val="AF695B"/>
    </a:accent6>
    <a:hlink>
      <a:srgbClr val="2998E3"/>
    </a:hlink>
    <a:folHlink>
      <a:srgbClr val="7F723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1747A963-53E0-44AF-AF13-963FE676C6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38A3B04-B0F3-4C12-A722-52B5CF6D9723}">
  <ds:schemaRefs>
    <ds:schemaRef ds:uri="http://schemas.microsoft.com/sharepoint/v3/contenttype/forms"/>
  </ds:schemaRefs>
</ds:datastoreItem>
</file>

<file path=customXml/itemProps3.xml><?xml version="1.0" encoding="utf-8"?>
<ds:datastoreItem xmlns:ds="http://schemas.openxmlformats.org/officeDocument/2006/customXml" ds:itemID="{4F5B1FD9-3BB6-4DA9-A089-3B68C2323D4F}">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{05299F75-E4AA-410D-A4F6-182A49B97E80}TF427093bb-7ddc-497b-80f4-fe945bcee621ff7241c0_win32-add2936a5c77</Template>
  <TotalTime>1411</TotalTime>
  <Words>1281</Words>
  <Application>Microsoft Office PowerPoint</Application>
  <PresentationFormat>Widescreen</PresentationFormat>
  <Paragraphs>108</Paragraphs>
  <Slides>12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Bookman Old Style</vt:lpstr>
      <vt:lpstr>Calibri</vt:lpstr>
      <vt:lpstr>Franklin Gothic Book</vt:lpstr>
      <vt:lpstr>Times New Roman</vt:lpstr>
      <vt:lpstr>Wingdings</vt:lpstr>
      <vt:lpstr>1_RetrospectVTI</vt:lpstr>
      <vt:lpstr>Infosys Spring Board Virtual Internship Batch 11 Group 1 - ElectViz Election data Visualization for Media</vt:lpstr>
      <vt:lpstr>INTRODUCTION</vt:lpstr>
      <vt:lpstr>OBJECTIVES</vt:lpstr>
      <vt:lpstr>PowerPoint Presentation</vt:lpstr>
      <vt:lpstr>SYSTEM OVERVIEW AND WORKFLOW DESIGN</vt:lpstr>
      <vt:lpstr>PowerPoint Presentation</vt:lpstr>
      <vt:lpstr>PowerPoint Presentation</vt:lpstr>
      <vt:lpstr>KEY INSIGHTS</vt:lpstr>
      <vt:lpstr>FUTURE ENHANCEMENT</vt:lpstr>
      <vt:lpstr>CONCLUSION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Uday Balpande</dc:creator>
  <cp:lastModifiedBy>Uday Balpande</cp:lastModifiedBy>
  <cp:revision>109</cp:revision>
  <dcterms:created xsi:type="dcterms:W3CDTF">2026-02-07T02:59:24Z</dcterms:created>
  <dcterms:modified xsi:type="dcterms:W3CDTF">2026-02-24T01:40:03Z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